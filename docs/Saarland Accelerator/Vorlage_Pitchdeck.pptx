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4" r:id="rId3"/>
    <p:sldId id="259" r:id="rId4"/>
    <p:sldId id="275" r:id="rId5"/>
    <p:sldId id="276" r:id="rId6"/>
    <p:sldId id="277" r:id="rId7"/>
    <p:sldId id="278" r:id="rId8"/>
    <p:sldId id="268" r:id="rId9"/>
    <p:sldId id="270" r:id="rId10"/>
    <p:sldId id="272" r:id="rId1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77"/>
    <a:srgbClr val="3A72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9" autoAdjust="0"/>
    <p:restoredTop sz="94660"/>
  </p:normalViewPr>
  <p:slideViewPr>
    <p:cSldViewPr snapToGrid="0" showGuides="1">
      <p:cViewPr varScale="1">
        <p:scale>
          <a:sx n="86" d="100"/>
          <a:sy n="86" d="100"/>
        </p:scale>
        <p:origin x="422"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49F890-F094-4EEE-B4E2-4232CE3FD411}" type="datetimeFigureOut">
              <a:rPr lang="de-DE" smtClean="0"/>
              <a:t>23.03.2023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7799C4-815B-430E-B4E3-7A993EAAB047}" type="slidenum">
              <a:rPr lang="de-DE" smtClean="0"/>
              <a:t>‹Nr.›</a:t>
            </a:fld>
            <a:endParaRPr lang="de-DE"/>
          </a:p>
        </p:txBody>
      </p:sp>
    </p:spTree>
    <p:extLst>
      <p:ext uri="{BB962C8B-B14F-4D97-AF65-F5344CB8AC3E}">
        <p14:creationId xmlns:p14="http://schemas.microsoft.com/office/powerpoint/2010/main" val="4261747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3" name="Grafik 2" descr="Ein Bild, das Text, Visitenkarte, Briefpapier, Umschlag enthält.&#10;&#10;Automatisch generierte Beschreibung">
            <a:extLst>
              <a:ext uri="{FF2B5EF4-FFF2-40B4-BE49-F238E27FC236}">
                <a16:creationId xmlns:a16="http://schemas.microsoft.com/office/drawing/2014/main" id="{1321C037-5B00-2E10-3D5E-33FC996CD3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173" y="171646"/>
            <a:ext cx="5979083" cy="6535959"/>
          </a:xfrm>
          <a:prstGeom prst="rect">
            <a:avLst/>
          </a:prstGeom>
        </p:spPr>
      </p:pic>
      <p:sp>
        <p:nvSpPr>
          <p:cNvPr id="8" name="Titel 1">
            <a:extLst>
              <a:ext uri="{FF2B5EF4-FFF2-40B4-BE49-F238E27FC236}">
                <a16:creationId xmlns:a16="http://schemas.microsoft.com/office/drawing/2014/main" id="{D294CE84-780B-4C52-9BF2-01FEF08DB877}"/>
              </a:ext>
            </a:extLst>
          </p:cNvPr>
          <p:cNvSpPr>
            <a:spLocks noGrp="1"/>
          </p:cNvSpPr>
          <p:nvPr>
            <p:ph type="ctrTitle"/>
          </p:nvPr>
        </p:nvSpPr>
        <p:spPr>
          <a:xfrm>
            <a:off x="5817268" y="2511726"/>
            <a:ext cx="5655329" cy="1437521"/>
          </a:xfrm>
          <a:prstGeom prst="rect">
            <a:avLst/>
          </a:prstGeom>
        </p:spPr>
        <p:txBody>
          <a:bodyPr/>
          <a:lstStyle>
            <a:lvl1pPr algn="l">
              <a:defRPr sz="3200">
                <a:solidFill>
                  <a:schemeClr val="tx2"/>
                </a:solidFill>
                <a:latin typeface="Segoe UI" panose="020B0502040204020203" pitchFamily="34" charset="0"/>
                <a:cs typeface="Segoe UI" panose="020B0502040204020203" pitchFamily="34" charset="0"/>
              </a:defRPr>
            </a:lvl1pPr>
          </a:lstStyle>
          <a:p>
            <a:r>
              <a:rPr lang="de-DE" dirty="0"/>
              <a:t>Mastertitelformat bearbeiten</a:t>
            </a:r>
          </a:p>
        </p:txBody>
      </p:sp>
      <p:sp>
        <p:nvSpPr>
          <p:cNvPr id="9" name="Untertitel 2">
            <a:extLst>
              <a:ext uri="{FF2B5EF4-FFF2-40B4-BE49-F238E27FC236}">
                <a16:creationId xmlns:a16="http://schemas.microsoft.com/office/drawing/2014/main" id="{6424A9FA-1366-4208-9DEE-65325629F5D0}"/>
              </a:ext>
            </a:extLst>
          </p:cNvPr>
          <p:cNvSpPr>
            <a:spLocks noGrp="1"/>
          </p:cNvSpPr>
          <p:nvPr>
            <p:ph type="subTitle" idx="1"/>
          </p:nvPr>
        </p:nvSpPr>
        <p:spPr>
          <a:xfrm>
            <a:off x="5817268" y="3951886"/>
            <a:ext cx="5655329" cy="1637355"/>
          </a:xfrm>
          <a:prstGeom prst="rect">
            <a:avLst/>
          </a:prstGeom>
        </p:spPr>
        <p:txBody>
          <a:bodyPr/>
          <a:lstStyle>
            <a:lvl1pPr marL="0" indent="0" algn="l">
              <a:lnSpc>
                <a:spcPct val="130000"/>
              </a:lnSpc>
              <a:buNone/>
              <a:defRPr sz="2000" baseline="0">
                <a:solidFill>
                  <a:schemeClr val="tx2"/>
                </a:solidFill>
                <a:latin typeface="Segoe UI" panose="020B0502040204020203" pitchFamily="34" charset="0"/>
                <a:cs typeface="Segoe UI"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Master-Untertitelformat bearbeiten</a:t>
            </a:r>
          </a:p>
        </p:txBody>
      </p:sp>
      <p:pic>
        <p:nvPicPr>
          <p:cNvPr id="2" name="Grafik 1" descr="Ein Bild, das Text enthält.&#10;&#10;Automatisch generierte Beschreibung">
            <a:extLst>
              <a:ext uri="{FF2B5EF4-FFF2-40B4-BE49-F238E27FC236}">
                <a16:creationId xmlns:a16="http://schemas.microsoft.com/office/drawing/2014/main" id="{DA27FAA1-8FA9-1AAD-E6DE-EF577AFF26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3106306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ufzählung eingerückt">
    <p:spTree>
      <p:nvGrpSpPr>
        <p:cNvPr id="1" name=""/>
        <p:cNvGrpSpPr/>
        <p:nvPr/>
      </p:nvGrpSpPr>
      <p:grpSpPr>
        <a:xfrm>
          <a:off x="0" y="0"/>
          <a:ext cx="0" cy="0"/>
          <a:chOff x="0" y="0"/>
          <a:chExt cx="0" cy="0"/>
        </a:xfrm>
      </p:grpSpPr>
      <p:sp>
        <p:nvSpPr>
          <p:cNvPr id="12" name="Rechteck 18">
            <a:extLst>
              <a:ext uri="{FF2B5EF4-FFF2-40B4-BE49-F238E27FC236}">
                <a16:creationId xmlns:a16="http://schemas.microsoft.com/office/drawing/2014/main" id="{7CD690CE-3B0B-48D9-9DFB-299B5710811B}"/>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5" name="Textplatzhalter 26">
            <a:extLst>
              <a:ext uri="{FF2B5EF4-FFF2-40B4-BE49-F238E27FC236}">
                <a16:creationId xmlns:a16="http://schemas.microsoft.com/office/drawing/2014/main" id="{0D55786A-0C0E-440F-9B7A-4D2F79F06B36}"/>
              </a:ext>
            </a:extLst>
          </p:cNvPr>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
        <p:nvSpPr>
          <p:cNvPr id="16" name="Content Placeholder 2">
            <a:extLst>
              <a:ext uri="{FF2B5EF4-FFF2-40B4-BE49-F238E27FC236}">
                <a16:creationId xmlns:a16="http://schemas.microsoft.com/office/drawing/2014/main" id="{80FCDF80-E9F9-4FAC-855E-08F3406FE109}"/>
              </a:ext>
            </a:extLst>
          </p:cNvPr>
          <p:cNvSpPr>
            <a:spLocks noGrp="1"/>
          </p:cNvSpPr>
          <p:nvPr>
            <p:ph idx="1"/>
          </p:nvPr>
        </p:nvSpPr>
        <p:spPr>
          <a:xfrm>
            <a:off x="1630363" y="1345199"/>
            <a:ext cx="9154784" cy="4913312"/>
          </a:xfrm>
          <a:prstGeom prst="rect">
            <a:avLst/>
          </a:prstGeom>
        </p:spPr>
        <p:txBody>
          <a:bodyPr lIns="0" tIns="46800"/>
          <a:lstStyle>
            <a:lvl1pPr marL="342900" indent="-342900">
              <a:lnSpc>
                <a:spcPct val="150000"/>
              </a:lnSpc>
              <a:spcBef>
                <a:spcPts val="1000"/>
              </a:spcBef>
              <a:buFont typeface="Arial" panose="020B0604020202020204" pitchFamily="34" charset="0"/>
              <a:buChar char="•"/>
              <a:defRPr sz="2400">
                <a:solidFill>
                  <a:schemeClr val="tx2"/>
                </a:solidFill>
                <a:latin typeface="Segoe UI" panose="020B0502040204020203" pitchFamily="34" charset="0"/>
                <a:cs typeface="Segoe UI" panose="020B0502040204020203" pitchFamily="34" charset="0"/>
              </a:defRPr>
            </a:lvl1pPr>
            <a:lvl2pPr marL="742950" indent="-285750">
              <a:spcBef>
                <a:spcPts val="1000"/>
              </a:spcBef>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2pPr>
            <a:lvl3pPr marL="1143000" indent="-228600">
              <a:spcBef>
                <a:spcPts val="1000"/>
              </a:spcBef>
              <a:buFont typeface="Arial" panose="020B0604020202020204" pitchFamily="34" charset="0"/>
              <a:buChar char="•"/>
              <a:defRPr sz="1600">
                <a:solidFill>
                  <a:schemeClr val="tx2"/>
                </a:solidFill>
                <a:latin typeface="Segoe UI" panose="020B0502040204020203" pitchFamily="34" charset="0"/>
                <a:cs typeface="Segoe UI" panose="020B0502040204020203" pitchFamily="34" charset="0"/>
              </a:defRPr>
            </a:lvl3pPr>
            <a:lvl4pPr marL="16002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4pPr>
            <a:lvl5pPr marL="20574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5pPr>
          </a:lstStyle>
          <a:p>
            <a:pPr lvl="0"/>
            <a:r>
              <a:rPr lang="de-DE" dirty="0"/>
              <a:t>Mastertextformat bearbeiten</a:t>
            </a:r>
          </a:p>
          <a:p>
            <a:pPr lvl="1"/>
            <a:r>
              <a:rPr lang="de-DE" dirty="0"/>
              <a:t>Zweite Ebene</a:t>
            </a:r>
          </a:p>
          <a:p>
            <a:pPr lvl="2"/>
            <a:r>
              <a:rPr lang="de-DE" dirty="0"/>
              <a:t>Dritte Ebene</a:t>
            </a:r>
          </a:p>
        </p:txBody>
      </p:sp>
      <p:sp>
        <p:nvSpPr>
          <p:cNvPr id="20" name="Rechteck 18">
            <a:extLst>
              <a:ext uri="{FF2B5EF4-FFF2-40B4-BE49-F238E27FC236}">
                <a16:creationId xmlns:a16="http://schemas.microsoft.com/office/drawing/2014/main" id="{0972DC37-0F0F-464B-BB06-3CF554827C69}"/>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21" name="Gerade Verbindung 14">
            <a:extLst>
              <a:ext uri="{FF2B5EF4-FFF2-40B4-BE49-F238E27FC236}">
                <a16:creationId xmlns:a16="http://schemas.microsoft.com/office/drawing/2014/main" id="{5B23E0AC-94BC-492E-BA99-21ECDC12A35E}"/>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Gerade Verbindung 15">
            <a:extLst>
              <a:ext uri="{FF2B5EF4-FFF2-40B4-BE49-F238E27FC236}">
                <a16:creationId xmlns:a16="http://schemas.microsoft.com/office/drawing/2014/main" id="{2407C4B6-88D3-417A-8FFA-52EAA859C5B5}"/>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7" name="Datumsplatzhalter 26">
            <a:extLst>
              <a:ext uri="{FF2B5EF4-FFF2-40B4-BE49-F238E27FC236}">
                <a16:creationId xmlns:a16="http://schemas.microsoft.com/office/drawing/2014/main" id="{8A49D140-1109-43A6-A4A1-9F10816F64D9}"/>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704B3FD2-EF41-4B7D-8779-55DA01653D15}" type="datetime1">
              <a:rPr lang="de-DE" smtClean="0"/>
              <a:t>23.03.2023</a:t>
            </a:fld>
            <a:endParaRPr lang="de-DE" dirty="0"/>
          </a:p>
        </p:txBody>
      </p:sp>
      <p:sp>
        <p:nvSpPr>
          <p:cNvPr id="28" name="Fußzeilenplatzhalter 27">
            <a:extLst>
              <a:ext uri="{FF2B5EF4-FFF2-40B4-BE49-F238E27FC236}">
                <a16:creationId xmlns:a16="http://schemas.microsoft.com/office/drawing/2014/main" id="{2421AAA0-986B-4775-B956-6FF3D57D3A81}"/>
              </a:ext>
            </a:extLst>
          </p:cNvPr>
          <p:cNvSpPr>
            <a:spLocks noGrp="1"/>
          </p:cNvSpPr>
          <p:nvPr>
            <p:ph type="ftr" sz="quarter" idx="13"/>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29" name="Foliennummernplatzhalter 28">
            <a:extLst>
              <a:ext uri="{FF2B5EF4-FFF2-40B4-BE49-F238E27FC236}">
                <a16:creationId xmlns:a16="http://schemas.microsoft.com/office/drawing/2014/main" id="{5F94BFD7-AE80-44D2-A029-236B9D2121D0}"/>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pic>
        <p:nvPicPr>
          <p:cNvPr id="2" name="Grafik 1" descr="Ein Bild, das Text enthält.&#10;&#10;Automatisch generierte Beschreibung">
            <a:extLst>
              <a:ext uri="{FF2B5EF4-FFF2-40B4-BE49-F238E27FC236}">
                <a16:creationId xmlns:a16="http://schemas.microsoft.com/office/drawing/2014/main" id="{8709A1EF-8971-6B88-908C-D63F7E6BC4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281366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ild-Text-Kombi-1">
    <p:spTree>
      <p:nvGrpSpPr>
        <p:cNvPr id="1" name=""/>
        <p:cNvGrpSpPr/>
        <p:nvPr/>
      </p:nvGrpSpPr>
      <p:grpSpPr>
        <a:xfrm>
          <a:off x="0" y="0"/>
          <a:ext cx="0" cy="0"/>
          <a:chOff x="0" y="0"/>
          <a:chExt cx="0" cy="0"/>
        </a:xfrm>
      </p:grpSpPr>
      <p:sp>
        <p:nvSpPr>
          <p:cNvPr id="2" name="Rechteck 18">
            <a:extLst>
              <a:ext uri="{FF2B5EF4-FFF2-40B4-BE49-F238E27FC236}">
                <a16:creationId xmlns:a16="http://schemas.microsoft.com/office/drawing/2014/main" id="{BEB2AAA3-2E77-8BB9-398A-5718517855D6}"/>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3" name="Rechteck 18">
            <a:extLst>
              <a:ext uri="{FF2B5EF4-FFF2-40B4-BE49-F238E27FC236}">
                <a16:creationId xmlns:a16="http://schemas.microsoft.com/office/drawing/2014/main" id="{0676ED52-C4E7-58CC-23C4-BC238097C38E}"/>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6" name="Bildplatzhalter 14">
            <a:extLst>
              <a:ext uri="{FF2B5EF4-FFF2-40B4-BE49-F238E27FC236}">
                <a16:creationId xmlns:a16="http://schemas.microsoft.com/office/drawing/2014/main" id="{5E4FCA00-15AF-4B18-8D79-7C402BB49167}"/>
              </a:ext>
            </a:extLst>
          </p:cNvPr>
          <p:cNvSpPr>
            <a:spLocks noGrp="1"/>
          </p:cNvSpPr>
          <p:nvPr>
            <p:ph type="pic" sz="quarter" idx="17"/>
          </p:nvPr>
        </p:nvSpPr>
        <p:spPr>
          <a:xfrm>
            <a:off x="0" y="44450"/>
            <a:ext cx="6120000" cy="6210000"/>
          </a:xfrm>
          <a:prstGeom prst="rect">
            <a:avLst/>
          </a:prstGeom>
          <a:solidFill>
            <a:schemeClr val="bg1">
              <a:lumMod val="95000"/>
            </a:schemeClr>
          </a:solidFill>
        </p:spPr>
        <p:txBody>
          <a:bodyPr>
            <a:normAutofit/>
          </a:bodyPr>
          <a:lstStyle>
            <a:lvl1pPr marL="0" indent="0" algn="ctr">
              <a:buNone/>
              <a:defRPr sz="2400">
                <a:solidFill>
                  <a:schemeClr val="tx2"/>
                </a:solidFill>
                <a:latin typeface="+mj-lt"/>
              </a:defRPr>
            </a:lvl1pPr>
          </a:lstStyle>
          <a:p>
            <a:r>
              <a:rPr lang="de-DE"/>
              <a:t>Bild durch Klicken auf Symbol hinzufügen</a:t>
            </a:r>
            <a:endParaRPr lang="de-DE" dirty="0"/>
          </a:p>
        </p:txBody>
      </p:sp>
      <p:sp>
        <p:nvSpPr>
          <p:cNvPr id="14" name="Textplatzhalter 28">
            <a:extLst>
              <a:ext uri="{FF2B5EF4-FFF2-40B4-BE49-F238E27FC236}">
                <a16:creationId xmlns:a16="http://schemas.microsoft.com/office/drawing/2014/main" id="{1148D336-DF9F-4481-920D-13E51DE5F199}"/>
              </a:ext>
            </a:extLst>
          </p:cNvPr>
          <p:cNvSpPr>
            <a:spLocks noGrp="1"/>
          </p:cNvSpPr>
          <p:nvPr>
            <p:ph type="body" sz="quarter" idx="13"/>
          </p:nvPr>
        </p:nvSpPr>
        <p:spPr>
          <a:xfrm>
            <a:off x="6768766" y="1350048"/>
            <a:ext cx="5049838"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Mastertextformat bearbeiten</a:t>
            </a:r>
          </a:p>
        </p:txBody>
      </p:sp>
      <p:cxnSp>
        <p:nvCxnSpPr>
          <p:cNvPr id="19" name="Gerade Verbindung 14">
            <a:extLst>
              <a:ext uri="{FF2B5EF4-FFF2-40B4-BE49-F238E27FC236}">
                <a16:creationId xmlns:a16="http://schemas.microsoft.com/office/drawing/2014/main" id="{7A4E1944-B21D-4D43-AF2E-4CA6FD74BFF5}"/>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Gerade Verbindung 15">
            <a:extLst>
              <a:ext uri="{FF2B5EF4-FFF2-40B4-BE49-F238E27FC236}">
                <a16:creationId xmlns:a16="http://schemas.microsoft.com/office/drawing/2014/main" id="{2312E120-9D9D-4B57-B3A6-2D0353A5133E}"/>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Datumsplatzhalter 26">
            <a:extLst>
              <a:ext uri="{FF2B5EF4-FFF2-40B4-BE49-F238E27FC236}">
                <a16:creationId xmlns:a16="http://schemas.microsoft.com/office/drawing/2014/main" id="{A0927289-651E-48FE-BB77-D871AF45A793}"/>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B0459777-DB6F-4629-8C37-84407A676D4C}" type="datetime1">
              <a:rPr lang="de-DE" smtClean="0"/>
              <a:t>23.03.2023</a:t>
            </a:fld>
            <a:endParaRPr lang="de-DE" dirty="0"/>
          </a:p>
        </p:txBody>
      </p:sp>
      <p:sp>
        <p:nvSpPr>
          <p:cNvPr id="26" name="Fußzeilenplatzhalter 27">
            <a:extLst>
              <a:ext uri="{FF2B5EF4-FFF2-40B4-BE49-F238E27FC236}">
                <a16:creationId xmlns:a16="http://schemas.microsoft.com/office/drawing/2014/main" id="{4E8F1FAA-78AC-4CBD-B4B7-8211E15083E2}"/>
              </a:ext>
            </a:extLst>
          </p:cNvPr>
          <p:cNvSpPr>
            <a:spLocks noGrp="1"/>
          </p:cNvSpPr>
          <p:nvPr>
            <p:ph type="ftr" sz="quarter" idx="18"/>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27" name="Foliennummernplatzhalter 28">
            <a:extLst>
              <a:ext uri="{FF2B5EF4-FFF2-40B4-BE49-F238E27FC236}">
                <a16:creationId xmlns:a16="http://schemas.microsoft.com/office/drawing/2014/main" id="{913FA777-DA76-4D6F-A242-96CB899143FB}"/>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pic>
        <p:nvPicPr>
          <p:cNvPr id="4" name="Grafik 3" descr="Ein Bild, das Text enthält.&#10;&#10;Automatisch generierte Beschreibung">
            <a:extLst>
              <a:ext uri="{FF2B5EF4-FFF2-40B4-BE49-F238E27FC236}">
                <a16:creationId xmlns:a16="http://schemas.microsoft.com/office/drawing/2014/main" id="{9D0BFBAE-2669-A643-D252-8BEE7DF924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1085318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Text-Kombi-2">
    <p:spTree>
      <p:nvGrpSpPr>
        <p:cNvPr id="1" name=""/>
        <p:cNvGrpSpPr/>
        <p:nvPr/>
      </p:nvGrpSpPr>
      <p:grpSpPr>
        <a:xfrm>
          <a:off x="0" y="0"/>
          <a:ext cx="0" cy="0"/>
          <a:chOff x="0" y="0"/>
          <a:chExt cx="0" cy="0"/>
        </a:xfrm>
      </p:grpSpPr>
      <p:sp>
        <p:nvSpPr>
          <p:cNvPr id="2" name="Rechteck 18">
            <a:extLst>
              <a:ext uri="{FF2B5EF4-FFF2-40B4-BE49-F238E27FC236}">
                <a16:creationId xmlns:a16="http://schemas.microsoft.com/office/drawing/2014/main" id="{BB2BA3B3-1312-108F-3472-F2F51D101974}"/>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3" name="Rechteck 18">
            <a:extLst>
              <a:ext uri="{FF2B5EF4-FFF2-40B4-BE49-F238E27FC236}">
                <a16:creationId xmlns:a16="http://schemas.microsoft.com/office/drawing/2014/main" id="{E1379189-BF98-5495-3BE9-8D625B6B851C}"/>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5" name="Bildplatzhalter 14">
            <a:extLst>
              <a:ext uri="{FF2B5EF4-FFF2-40B4-BE49-F238E27FC236}">
                <a16:creationId xmlns:a16="http://schemas.microsoft.com/office/drawing/2014/main" id="{90BBDC9C-31D6-4730-A77E-1B1FA850D6D3}"/>
              </a:ext>
            </a:extLst>
          </p:cNvPr>
          <p:cNvSpPr>
            <a:spLocks noGrp="1"/>
          </p:cNvSpPr>
          <p:nvPr>
            <p:ph type="pic" sz="quarter" idx="17"/>
          </p:nvPr>
        </p:nvSpPr>
        <p:spPr>
          <a:xfrm>
            <a:off x="0" y="1339438"/>
            <a:ext cx="6120000" cy="4915311"/>
          </a:xfrm>
          <a:prstGeom prst="rect">
            <a:avLst/>
          </a:prstGeom>
          <a:solidFill>
            <a:schemeClr val="bg1">
              <a:lumMod val="95000"/>
            </a:schemeClr>
          </a:solidFill>
        </p:spPr>
        <p:txBody>
          <a:bodyPr>
            <a:normAutofit/>
          </a:bodyPr>
          <a:lstStyle>
            <a:lvl1pPr marL="0" indent="0" algn="ctr">
              <a:buNone/>
              <a:defRPr sz="2400">
                <a:solidFill>
                  <a:schemeClr val="tx2"/>
                </a:solidFill>
                <a:latin typeface="+mj-lt"/>
              </a:defRPr>
            </a:lvl1pPr>
          </a:lstStyle>
          <a:p>
            <a:r>
              <a:rPr lang="de-DE"/>
              <a:t>Bild durch Klicken auf Symbol hinzufügen</a:t>
            </a:r>
            <a:endParaRPr lang="de-DE" dirty="0"/>
          </a:p>
        </p:txBody>
      </p:sp>
      <p:sp>
        <p:nvSpPr>
          <p:cNvPr id="13" name="Textplatzhalter 26">
            <a:extLst>
              <a:ext uri="{FF2B5EF4-FFF2-40B4-BE49-F238E27FC236}">
                <a16:creationId xmlns:a16="http://schemas.microsoft.com/office/drawing/2014/main" id="{887345FD-1880-4038-BE72-6698573EA237}"/>
              </a:ext>
            </a:extLst>
          </p:cNvPr>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
        <p:nvSpPr>
          <p:cNvPr id="14" name="Textplatzhalter 28">
            <a:extLst>
              <a:ext uri="{FF2B5EF4-FFF2-40B4-BE49-F238E27FC236}">
                <a16:creationId xmlns:a16="http://schemas.microsoft.com/office/drawing/2014/main" id="{1D781497-A2A1-4134-BE43-2D3E09A472CC}"/>
              </a:ext>
            </a:extLst>
          </p:cNvPr>
          <p:cNvSpPr>
            <a:spLocks noGrp="1"/>
          </p:cNvSpPr>
          <p:nvPr>
            <p:ph type="body" sz="quarter" idx="11"/>
          </p:nvPr>
        </p:nvSpPr>
        <p:spPr>
          <a:xfrm>
            <a:off x="6768766" y="1350048"/>
            <a:ext cx="5049838"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a:t>Mastertextformat bearbeiten</a:t>
            </a:r>
          </a:p>
        </p:txBody>
      </p:sp>
      <p:cxnSp>
        <p:nvCxnSpPr>
          <p:cNvPr id="19" name="Gerade Verbindung 14">
            <a:extLst>
              <a:ext uri="{FF2B5EF4-FFF2-40B4-BE49-F238E27FC236}">
                <a16:creationId xmlns:a16="http://schemas.microsoft.com/office/drawing/2014/main" id="{F79596BC-FE55-4A0F-BF68-6F0542948467}"/>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Gerade Verbindung 15">
            <a:extLst>
              <a:ext uri="{FF2B5EF4-FFF2-40B4-BE49-F238E27FC236}">
                <a16:creationId xmlns:a16="http://schemas.microsoft.com/office/drawing/2014/main" id="{78E23318-D804-4CC5-AB2B-339873D2008E}"/>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Datumsplatzhalter 26">
            <a:extLst>
              <a:ext uri="{FF2B5EF4-FFF2-40B4-BE49-F238E27FC236}">
                <a16:creationId xmlns:a16="http://schemas.microsoft.com/office/drawing/2014/main" id="{251AB3CA-FCB5-4ADC-99EE-473F21337A6C}"/>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10A12496-9E17-4F90-A3F5-9267F0C09A23}" type="datetime1">
              <a:rPr lang="de-DE" smtClean="0"/>
              <a:t>23.03.2023</a:t>
            </a:fld>
            <a:endParaRPr lang="de-DE" dirty="0"/>
          </a:p>
        </p:txBody>
      </p:sp>
      <p:sp>
        <p:nvSpPr>
          <p:cNvPr id="26" name="Fußzeilenplatzhalter 27">
            <a:extLst>
              <a:ext uri="{FF2B5EF4-FFF2-40B4-BE49-F238E27FC236}">
                <a16:creationId xmlns:a16="http://schemas.microsoft.com/office/drawing/2014/main" id="{9EDC209D-7585-4FA0-AE70-CF2770467BC1}"/>
              </a:ext>
            </a:extLst>
          </p:cNvPr>
          <p:cNvSpPr>
            <a:spLocks noGrp="1"/>
          </p:cNvSpPr>
          <p:nvPr>
            <p:ph type="ftr" sz="quarter" idx="13"/>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27" name="Foliennummernplatzhalter 28">
            <a:extLst>
              <a:ext uri="{FF2B5EF4-FFF2-40B4-BE49-F238E27FC236}">
                <a16:creationId xmlns:a16="http://schemas.microsoft.com/office/drawing/2014/main" id="{7F9EC82A-CE8C-4AF1-BAEE-5D9BBD8E4152}"/>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pic>
        <p:nvPicPr>
          <p:cNvPr id="4" name="Grafik 3" descr="Ein Bild, das Text enthält.&#10;&#10;Automatisch generierte Beschreibung">
            <a:extLst>
              <a:ext uri="{FF2B5EF4-FFF2-40B4-BE49-F238E27FC236}">
                <a16:creationId xmlns:a16="http://schemas.microsoft.com/office/drawing/2014/main" id="{1BA52339-C5BC-44EC-D5AB-1D35DE9197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3713872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Text-Kombi-3">
    <p:spTree>
      <p:nvGrpSpPr>
        <p:cNvPr id="1" name=""/>
        <p:cNvGrpSpPr/>
        <p:nvPr/>
      </p:nvGrpSpPr>
      <p:grpSpPr>
        <a:xfrm>
          <a:off x="0" y="0"/>
          <a:ext cx="0" cy="0"/>
          <a:chOff x="0" y="0"/>
          <a:chExt cx="0" cy="0"/>
        </a:xfrm>
      </p:grpSpPr>
      <p:sp>
        <p:nvSpPr>
          <p:cNvPr id="2" name="Rechteck 18">
            <a:extLst>
              <a:ext uri="{FF2B5EF4-FFF2-40B4-BE49-F238E27FC236}">
                <a16:creationId xmlns:a16="http://schemas.microsoft.com/office/drawing/2014/main" id="{7EED4E75-5BA1-7240-0C54-1C667958B4B8}"/>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3" name="Rechteck 18">
            <a:extLst>
              <a:ext uri="{FF2B5EF4-FFF2-40B4-BE49-F238E27FC236}">
                <a16:creationId xmlns:a16="http://schemas.microsoft.com/office/drawing/2014/main" id="{C84D1DF4-1580-B7B8-FD8C-F3B27A866CBC}"/>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5" name="Textplatzhalter 26">
            <a:extLst>
              <a:ext uri="{FF2B5EF4-FFF2-40B4-BE49-F238E27FC236}">
                <a16:creationId xmlns:a16="http://schemas.microsoft.com/office/drawing/2014/main" id="{53C8447B-F778-4FFF-8603-080F8F50BCF6}"/>
              </a:ext>
            </a:extLst>
          </p:cNvPr>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
        <p:nvSpPr>
          <p:cNvPr id="16" name="Textplatzhalter 28">
            <a:extLst>
              <a:ext uri="{FF2B5EF4-FFF2-40B4-BE49-F238E27FC236}">
                <a16:creationId xmlns:a16="http://schemas.microsoft.com/office/drawing/2014/main" id="{E2C21740-9151-44E6-AF2F-903E3B27448A}"/>
              </a:ext>
            </a:extLst>
          </p:cNvPr>
          <p:cNvSpPr>
            <a:spLocks noGrp="1"/>
          </p:cNvSpPr>
          <p:nvPr>
            <p:ph type="body" sz="quarter" idx="11"/>
          </p:nvPr>
        </p:nvSpPr>
        <p:spPr>
          <a:xfrm>
            <a:off x="490205" y="1350048"/>
            <a:ext cx="4891732"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a:t>Mastertextformat bearbeiten</a:t>
            </a:r>
          </a:p>
        </p:txBody>
      </p:sp>
      <p:cxnSp>
        <p:nvCxnSpPr>
          <p:cNvPr id="22" name="Gerade Verbindung 14">
            <a:extLst>
              <a:ext uri="{FF2B5EF4-FFF2-40B4-BE49-F238E27FC236}">
                <a16:creationId xmlns:a16="http://schemas.microsoft.com/office/drawing/2014/main" id="{F46B83BE-77D3-4728-AEAE-7D5B22746392}"/>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Gerade Verbindung 15">
            <a:extLst>
              <a:ext uri="{FF2B5EF4-FFF2-40B4-BE49-F238E27FC236}">
                <a16:creationId xmlns:a16="http://schemas.microsoft.com/office/drawing/2014/main" id="{89B8700C-393E-4EDD-9800-9D42DF8BCF68}"/>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8" name="Datumsplatzhalter 26">
            <a:extLst>
              <a:ext uri="{FF2B5EF4-FFF2-40B4-BE49-F238E27FC236}">
                <a16:creationId xmlns:a16="http://schemas.microsoft.com/office/drawing/2014/main" id="{C973B916-CFE9-430E-B2AE-1C89FFDB5ED6}"/>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0732A515-3696-4A7B-9090-2FEDDF17FF06}" type="datetime1">
              <a:rPr lang="de-DE" smtClean="0"/>
              <a:t>23.03.2023</a:t>
            </a:fld>
            <a:endParaRPr lang="de-DE" dirty="0"/>
          </a:p>
        </p:txBody>
      </p:sp>
      <p:sp>
        <p:nvSpPr>
          <p:cNvPr id="29" name="Fußzeilenplatzhalter 27">
            <a:extLst>
              <a:ext uri="{FF2B5EF4-FFF2-40B4-BE49-F238E27FC236}">
                <a16:creationId xmlns:a16="http://schemas.microsoft.com/office/drawing/2014/main" id="{C29A0A10-7AD6-4EB3-A240-E7DFFBB02B23}"/>
              </a:ext>
            </a:extLst>
          </p:cNvPr>
          <p:cNvSpPr>
            <a:spLocks noGrp="1"/>
          </p:cNvSpPr>
          <p:nvPr>
            <p:ph type="ftr" sz="quarter" idx="13"/>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30" name="Foliennummernplatzhalter 28">
            <a:extLst>
              <a:ext uri="{FF2B5EF4-FFF2-40B4-BE49-F238E27FC236}">
                <a16:creationId xmlns:a16="http://schemas.microsoft.com/office/drawing/2014/main" id="{51B2DBD3-3694-4F34-9937-C720C1CAE7FF}"/>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sp>
        <p:nvSpPr>
          <p:cNvPr id="17" name="Bildplatzhalter 14">
            <a:extLst>
              <a:ext uri="{FF2B5EF4-FFF2-40B4-BE49-F238E27FC236}">
                <a16:creationId xmlns:a16="http://schemas.microsoft.com/office/drawing/2014/main" id="{9EED1F9A-280D-42E5-A0E7-54C9887AB1F5}"/>
              </a:ext>
            </a:extLst>
          </p:cNvPr>
          <p:cNvSpPr>
            <a:spLocks noGrp="1"/>
          </p:cNvSpPr>
          <p:nvPr>
            <p:ph type="pic" sz="quarter" idx="17"/>
          </p:nvPr>
        </p:nvSpPr>
        <p:spPr>
          <a:xfrm>
            <a:off x="6072000" y="1339438"/>
            <a:ext cx="6120000" cy="4915311"/>
          </a:xfrm>
          <a:prstGeom prst="rect">
            <a:avLst/>
          </a:prstGeom>
          <a:solidFill>
            <a:schemeClr val="bg1">
              <a:lumMod val="95000"/>
            </a:schemeClr>
          </a:solidFill>
        </p:spPr>
        <p:txBody>
          <a:bodyPr>
            <a:normAutofit/>
          </a:bodyPr>
          <a:lstStyle>
            <a:lvl1pPr marL="0" indent="0" algn="ctr">
              <a:buNone/>
              <a:defRPr sz="2400">
                <a:solidFill>
                  <a:schemeClr val="tx2"/>
                </a:solidFill>
                <a:latin typeface="+mj-lt"/>
              </a:defRPr>
            </a:lvl1pPr>
          </a:lstStyle>
          <a:p>
            <a:r>
              <a:rPr lang="de-DE"/>
              <a:t>Bild durch Klicken auf Symbol hinzufügen</a:t>
            </a:r>
            <a:endParaRPr lang="de-DE" dirty="0"/>
          </a:p>
        </p:txBody>
      </p:sp>
      <p:pic>
        <p:nvPicPr>
          <p:cNvPr id="4" name="Grafik 3" descr="Ein Bild, das Text enthält.&#10;&#10;Automatisch generierte Beschreibung">
            <a:extLst>
              <a:ext uri="{FF2B5EF4-FFF2-40B4-BE49-F238E27FC236}">
                <a16:creationId xmlns:a16="http://schemas.microsoft.com/office/drawing/2014/main" id="{90B9E220-2A01-DD7D-5073-C2BAF175CB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3146755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ld-Text-Kombi-4-Aufzählung rechts">
    <p:spTree>
      <p:nvGrpSpPr>
        <p:cNvPr id="1" name=""/>
        <p:cNvGrpSpPr/>
        <p:nvPr/>
      </p:nvGrpSpPr>
      <p:grpSpPr>
        <a:xfrm>
          <a:off x="0" y="0"/>
          <a:ext cx="0" cy="0"/>
          <a:chOff x="0" y="0"/>
          <a:chExt cx="0" cy="0"/>
        </a:xfrm>
      </p:grpSpPr>
      <p:sp>
        <p:nvSpPr>
          <p:cNvPr id="2" name="Rechteck 18">
            <a:extLst>
              <a:ext uri="{FF2B5EF4-FFF2-40B4-BE49-F238E27FC236}">
                <a16:creationId xmlns:a16="http://schemas.microsoft.com/office/drawing/2014/main" id="{23B82D0F-71F6-6A2D-765F-080737883446}"/>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3" name="Rechteck 18">
            <a:extLst>
              <a:ext uri="{FF2B5EF4-FFF2-40B4-BE49-F238E27FC236}">
                <a16:creationId xmlns:a16="http://schemas.microsoft.com/office/drawing/2014/main" id="{7C2CB0A4-2A1B-B2AD-4C4F-A69229C8E56B}"/>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5" name="Textplatzhalter 26">
            <a:extLst>
              <a:ext uri="{FF2B5EF4-FFF2-40B4-BE49-F238E27FC236}">
                <a16:creationId xmlns:a16="http://schemas.microsoft.com/office/drawing/2014/main" id="{96889750-0846-4524-A566-23C612A792FC}"/>
              </a:ext>
            </a:extLst>
          </p:cNvPr>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
        <p:nvSpPr>
          <p:cNvPr id="16" name="Content Placeholder 2">
            <a:extLst>
              <a:ext uri="{FF2B5EF4-FFF2-40B4-BE49-F238E27FC236}">
                <a16:creationId xmlns:a16="http://schemas.microsoft.com/office/drawing/2014/main" id="{1ACA533F-6722-4E88-A887-5CC03C52154C}"/>
              </a:ext>
            </a:extLst>
          </p:cNvPr>
          <p:cNvSpPr>
            <a:spLocks noGrp="1"/>
          </p:cNvSpPr>
          <p:nvPr>
            <p:ph idx="1"/>
          </p:nvPr>
        </p:nvSpPr>
        <p:spPr>
          <a:xfrm>
            <a:off x="6768765" y="1345199"/>
            <a:ext cx="5049839" cy="4913312"/>
          </a:xfrm>
          <a:prstGeom prst="rect">
            <a:avLst/>
          </a:prstGeom>
        </p:spPr>
        <p:txBody>
          <a:bodyPr lIns="0" tIns="46800"/>
          <a:lstStyle>
            <a:lvl1pPr marL="342900" indent="-342900">
              <a:lnSpc>
                <a:spcPct val="100000"/>
              </a:lnSpc>
              <a:spcBef>
                <a:spcPts val="1000"/>
              </a:spcBef>
              <a:buFont typeface="Arial" panose="020B0604020202020204" pitchFamily="34" charset="0"/>
              <a:buChar char="•"/>
              <a:defRPr sz="2400">
                <a:solidFill>
                  <a:schemeClr val="tx2"/>
                </a:solidFill>
                <a:latin typeface="Segoe UI" panose="020B0502040204020203" pitchFamily="34" charset="0"/>
                <a:cs typeface="Segoe UI" panose="020B0502040204020203" pitchFamily="34" charset="0"/>
              </a:defRPr>
            </a:lvl1pPr>
            <a:lvl2pPr marL="742950" indent="-285750">
              <a:spcBef>
                <a:spcPts val="1000"/>
              </a:spcBef>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2pPr>
            <a:lvl3pPr marL="1143000" indent="-228600">
              <a:spcBef>
                <a:spcPts val="1000"/>
              </a:spcBef>
              <a:buFont typeface="Arial" panose="020B0604020202020204" pitchFamily="34" charset="0"/>
              <a:buChar char="•"/>
              <a:defRPr sz="1600">
                <a:solidFill>
                  <a:schemeClr val="tx2"/>
                </a:solidFill>
                <a:latin typeface="Segoe UI" panose="020B0502040204020203" pitchFamily="34" charset="0"/>
                <a:cs typeface="Segoe UI" panose="020B0502040204020203" pitchFamily="34" charset="0"/>
              </a:defRPr>
            </a:lvl3pPr>
            <a:lvl4pPr marL="16002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4pPr>
            <a:lvl5pPr marL="20574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5pPr>
          </a:lstStyle>
          <a:p>
            <a:pPr lvl="0"/>
            <a:r>
              <a:rPr lang="de-DE"/>
              <a:t>Mastertextformat bearbeiten</a:t>
            </a:r>
          </a:p>
          <a:p>
            <a:pPr lvl="1"/>
            <a:r>
              <a:rPr lang="de-DE"/>
              <a:t>Zweite Ebene</a:t>
            </a:r>
          </a:p>
          <a:p>
            <a:pPr lvl="2"/>
            <a:r>
              <a:rPr lang="de-DE"/>
              <a:t>Dritte Ebene</a:t>
            </a:r>
          </a:p>
        </p:txBody>
      </p:sp>
      <p:cxnSp>
        <p:nvCxnSpPr>
          <p:cNvPr id="22" name="Gerade Verbindung 14">
            <a:extLst>
              <a:ext uri="{FF2B5EF4-FFF2-40B4-BE49-F238E27FC236}">
                <a16:creationId xmlns:a16="http://schemas.microsoft.com/office/drawing/2014/main" id="{44F272F7-F192-4354-9576-91D7D11EFDE8}"/>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Gerade Verbindung 15">
            <a:extLst>
              <a:ext uri="{FF2B5EF4-FFF2-40B4-BE49-F238E27FC236}">
                <a16:creationId xmlns:a16="http://schemas.microsoft.com/office/drawing/2014/main" id="{5D46C67F-2F08-482E-A079-B27B6FD8A263}"/>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8" name="Datumsplatzhalter 26">
            <a:extLst>
              <a:ext uri="{FF2B5EF4-FFF2-40B4-BE49-F238E27FC236}">
                <a16:creationId xmlns:a16="http://schemas.microsoft.com/office/drawing/2014/main" id="{2BB0D70C-6576-4CC9-B6DB-31D7CA3B454C}"/>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6807B019-5F48-40FD-8C8B-22FD74C5BABE}" type="datetime1">
              <a:rPr lang="de-DE" smtClean="0"/>
              <a:t>23.03.2023</a:t>
            </a:fld>
            <a:endParaRPr lang="de-DE" dirty="0"/>
          </a:p>
        </p:txBody>
      </p:sp>
      <p:sp>
        <p:nvSpPr>
          <p:cNvPr id="29" name="Fußzeilenplatzhalter 27">
            <a:extLst>
              <a:ext uri="{FF2B5EF4-FFF2-40B4-BE49-F238E27FC236}">
                <a16:creationId xmlns:a16="http://schemas.microsoft.com/office/drawing/2014/main" id="{EEE95AF4-94DA-4FA3-BB82-A8FF09EF544C}"/>
              </a:ext>
            </a:extLst>
          </p:cNvPr>
          <p:cNvSpPr>
            <a:spLocks noGrp="1"/>
          </p:cNvSpPr>
          <p:nvPr>
            <p:ph type="ftr" sz="quarter" idx="13"/>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30" name="Foliennummernplatzhalter 28">
            <a:extLst>
              <a:ext uri="{FF2B5EF4-FFF2-40B4-BE49-F238E27FC236}">
                <a16:creationId xmlns:a16="http://schemas.microsoft.com/office/drawing/2014/main" id="{37A97049-8302-4DF1-9DEF-6A77028AFB82}"/>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sp>
        <p:nvSpPr>
          <p:cNvPr id="17" name="Bildplatzhalter 14">
            <a:extLst>
              <a:ext uri="{FF2B5EF4-FFF2-40B4-BE49-F238E27FC236}">
                <a16:creationId xmlns:a16="http://schemas.microsoft.com/office/drawing/2014/main" id="{F2D78C2E-C735-4A6B-AE09-81FDCB13611C}"/>
              </a:ext>
            </a:extLst>
          </p:cNvPr>
          <p:cNvSpPr>
            <a:spLocks noGrp="1"/>
          </p:cNvSpPr>
          <p:nvPr>
            <p:ph type="pic" sz="quarter" idx="17"/>
          </p:nvPr>
        </p:nvSpPr>
        <p:spPr>
          <a:xfrm>
            <a:off x="0" y="1339438"/>
            <a:ext cx="6120000" cy="4915311"/>
          </a:xfrm>
          <a:prstGeom prst="rect">
            <a:avLst/>
          </a:prstGeom>
          <a:solidFill>
            <a:schemeClr val="bg1">
              <a:lumMod val="95000"/>
            </a:schemeClr>
          </a:solidFill>
        </p:spPr>
        <p:txBody>
          <a:bodyPr>
            <a:normAutofit/>
          </a:bodyPr>
          <a:lstStyle>
            <a:lvl1pPr marL="0" indent="0" algn="ctr">
              <a:buNone/>
              <a:defRPr sz="2400">
                <a:solidFill>
                  <a:schemeClr val="tx2"/>
                </a:solidFill>
                <a:latin typeface="+mj-lt"/>
              </a:defRPr>
            </a:lvl1pPr>
          </a:lstStyle>
          <a:p>
            <a:r>
              <a:rPr lang="de-DE"/>
              <a:t>Bild durch Klicken auf Symbol hinzufügen</a:t>
            </a:r>
            <a:endParaRPr lang="de-DE" dirty="0"/>
          </a:p>
        </p:txBody>
      </p:sp>
      <p:pic>
        <p:nvPicPr>
          <p:cNvPr id="4" name="Grafik 3" descr="Ein Bild, das Text enthält.&#10;&#10;Automatisch generierte Beschreibung">
            <a:extLst>
              <a:ext uri="{FF2B5EF4-FFF2-40B4-BE49-F238E27FC236}">
                <a16:creationId xmlns:a16="http://schemas.microsoft.com/office/drawing/2014/main" id="{D8BA6953-F654-2715-FBA8-86E5229EA8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2390531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ld-Text-Kombi-5-Aufzählung links">
    <p:spTree>
      <p:nvGrpSpPr>
        <p:cNvPr id="1" name=""/>
        <p:cNvGrpSpPr/>
        <p:nvPr/>
      </p:nvGrpSpPr>
      <p:grpSpPr>
        <a:xfrm>
          <a:off x="0" y="0"/>
          <a:ext cx="0" cy="0"/>
          <a:chOff x="0" y="0"/>
          <a:chExt cx="0" cy="0"/>
        </a:xfrm>
      </p:grpSpPr>
      <p:sp>
        <p:nvSpPr>
          <p:cNvPr id="2" name="Rechteck 18">
            <a:extLst>
              <a:ext uri="{FF2B5EF4-FFF2-40B4-BE49-F238E27FC236}">
                <a16:creationId xmlns:a16="http://schemas.microsoft.com/office/drawing/2014/main" id="{F2AA1F02-EBCD-B529-C26E-9B4BBF8A7C0D}"/>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3" name="Rechteck 18">
            <a:extLst>
              <a:ext uri="{FF2B5EF4-FFF2-40B4-BE49-F238E27FC236}">
                <a16:creationId xmlns:a16="http://schemas.microsoft.com/office/drawing/2014/main" id="{E9FF991B-C218-E6CF-A824-9DC9AC5CF082}"/>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4" name="Textplatzhalter 26">
            <a:extLst>
              <a:ext uri="{FF2B5EF4-FFF2-40B4-BE49-F238E27FC236}">
                <a16:creationId xmlns:a16="http://schemas.microsoft.com/office/drawing/2014/main" id="{F92FD67B-452A-42E3-A9E8-CBCA03518EF6}"/>
              </a:ext>
            </a:extLst>
          </p:cNvPr>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
        <p:nvSpPr>
          <p:cNvPr id="15" name="Content Placeholder 2">
            <a:extLst>
              <a:ext uri="{FF2B5EF4-FFF2-40B4-BE49-F238E27FC236}">
                <a16:creationId xmlns:a16="http://schemas.microsoft.com/office/drawing/2014/main" id="{555BB1AB-2B3B-420B-B7B6-C5D2499031DA}"/>
              </a:ext>
            </a:extLst>
          </p:cNvPr>
          <p:cNvSpPr>
            <a:spLocks noGrp="1"/>
          </p:cNvSpPr>
          <p:nvPr>
            <p:ph idx="1"/>
          </p:nvPr>
        </p:nvSpPr>
        <p:spPr>
          <a:xfrm>
            <a:off x="485392" y="1345199"/>
            <a:ext cx="5049839" cy="4913312"/>
          </a:xfrm>
          <a:prstGeom prst="rect">
            <a:avLst/>
          </a:prstGeom>
        </p:spPr>
        <p:txBody>
          <a:bodyPr lIns="0" tIns="46800"/>
          <a:lstStyle>
            <a:lvl1pPr marL="342900" indent="-342900">
              <a:lnSpc>
                <a:spcPct val="100000"/>
              </a:lnSpc>
              <a:spcBef>
                <a:spcPts val="1000"/>
              </a:spcBef>
              <a:buFont typeface="Arial" panose="020B0604020202020204" pitchFamily="34" charset="0"/>
              <a:buChar char="•"/>
              <a:defRPr sz="2400">
                <a:solidFill>
                  <a:schemeClr val="tx2"/>
                </a:solidFill>
                <a:latin typeface="Segoe UI" panose="020B0502040204020203" pitchFamily="34" charset="0"/>
                <a:cs typeface="Segoe UI" panose="020B0502040204020203" pitchFamily="34" charset="0"/>
              </a:defRPr>
            </a:lvl1pPr>
            <a:lvl2pPr marL="742950" indent="-285750">
              <a:spcBef>
                <a:spcPts val="1000"/>
              </a:spcBef>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2pPr>
            <a:lvl3pPr marL="1143000" indent="-228600">
              <a:spcBef>
                <a:spcPts val="1000"/>
              </a:spcBef>
              <a:buFont typeface="Arial" panose="020B0604020202020204" pitchFamily="34" charset="0"/>
              <a:buChar char="•"/>
              <a:defRPr sz="1600">
                <a:solidFill>
                  <a:schemeClr val="tx2"/>
                </a:solidFill>
                <a:latin typeface="Segoe UI" panose="020B0502040204020203" pitchFamily="34" charset="0"/>
                <a:cs typeface="Segoe UI" panose="020B0502040204020203" pitchFamily="34" charset="0"/>
              </a:defRPr>
            </a:lvl3pPr>
            <a:lvl4pPr marL="16002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4pPr>
            <a:lvl5pPr marL="20574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5pPr>
          </a:lstStyle>
          <a:p>
            <a:pPr lvl="0"/>
            <a:r>
              <a:rPr lang="de-DE"/>
              <a:t>Mastertextformat bearbeiten</a:t>
            </a:r>
          </a:p>
          <a:p>
            <a:pPr lvl="1"/>
            <a:r>
              <a:rPr lang="de-DE"/>
              <a:t>Zweite Ebene</a:t>
            </a:r>
          </a:p>
          <a:p>
            <a:pPr lvl="2"/>
            <a:r>
              <a:rPr lang="de-DE"/>
              <a:t>Dritte Ebene</a:t>
            </a:r>
          </a:p>
        </p:txBody>
      </p:sp>
      <p:cxnSp>
        <p:nvCxnSpPr>
          <p:cNvPr id="21" name="Gerade Verbindung 14">
            <a:extLst>
              <a:ext uri="{FF2B5EF4-FFF2-40B4-BE49-F238E27FC236}">
                <a16:creationId xmlns:a16="http://schemas.microsoft.com/office/drawing/2014/main" id="{FCBF6D62-8D74-40B1-989A-1883AD0607F2}"/>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Gerade Verbindung 15">
            <a:extLst>
              <a:ext uri="{FF2B5EF4-FFF2-40B4-BE49-F238E27FC236}">
                <a16:creationId xmlns:a16="http://schemas.microsoft.com/office/drawing/2014/main" id="{C6CCDE47-D5E0-4A37-985E-60D5EF4D42AD}"/>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7" name="Datumsplatzhalter 26">
            <a:extLst>
              <a:ext uri="{FF2B5EF4-FFF2-40B4-BE49-F238E27FC236}">
                <a16:creationId xmlns:a16="http://schemas.microsoft.com/office/drawing/2014/main" id="{CF9CEEA8-B671-4FDA-8BD2-1860AC0403FF}"/>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6517C669-162D-4D24-B252-3CBE2DFE5E24}" type="datetime1">
              <a:rPr lang="de-DE" smtClean="0"/>
              <a:t>23.03.2023</a:t>
            </a:fld>
            <a:endParaRPr lang="de-DE" dirty="0"/>
          </a:p>
        </p:txBody>
      </p:sp>
      <p:sp>
        <p:nvSpPr>
          <p:cNvPr id="28" name="Fußzeilenplatzhalter 27">
            <a:extLst>
              <a:ext uri="{FF2B5EF4-FFF2-40B4-BE49-F238E27FC236}">
                <a16:creationId xmlns:a16="http://schemas.microsoft.com/office/drawing/2014/main" id="{F1DD5CB9-27AF-4296-86BD-926975C79797}"/>
              </a:ext>
            </a:extLst>
          </p:cNvPr>
          <p:cNvSpPr>
            <a:spLocks noGrp="1"/>
          </p:cNvSpPr>
          <p:nvPr>
            <p:ph type="ftr" sz="quarter" idx="13"/>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29" name="Foliennummernplatzhalter 28">
            <a:extLst>
              <a:ext uri="{FF2B5EF4-FFF2-40B4-BE49-F238E27FC236}">
                <a16:creationId xmlns:a16="http://schemas.microsoft.com/office/drawing/2014/main" id="{0E0F1C2F-040C-403B-B761-59863273EF19}"/>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sp>
        <p:nvSpPr>
          <p:cNvPr id="16" name="Bildplatzhalter 14">
            <a:extLst>
              <a:ext uri="{FF2B5EF4-FFF2-40B4-BE49-F238E27FC236}">
                <a16:creationId xmlns:a16="http://schemas.microsoft.com/office/drawing/2014/main" id="{6A197467-BB37-4E07-949D-D50D84E92773}"/>
              </a:ext>
            </a:extLst>
          </p:cNvPr>
          <p:cNvSpPr>
            <a:spLocks noGrp="1"/>
          </p:cNvSpPr>
          <p:nvPr>
            <p:ph type="pic" sz="quarter" idx="17"/>
          </p:nvPr>
        </p:nvSpPr>
        <p:spPr>
          <a:xfrm>
            <a:off x="6072000" y="1339438"/>
            <a:ext cx="6120000" cy="4915311"/>
          </a:xfrm>
          <a:prstGeom prst="rect">
            <a:avLst/>
          </a:prstGeom>
          <a:solidFill>
            <a:schemeClr val="bg1">
              <a:lumMod val="95000"/>
            </a:schemeClr>
          </a:solidFill>
        </p:spPr>
        <p:txBody>
          <a:bodyPr>
            <a:normAutofit/>
          </a:bodyPr>
          <a:lstStyle>
            <a:lvl1pPr marL="0" indent="0" algn="ctr">
              <a:buNone/>
              <a:defRPr sz="2400">
                <a:solidFill>
                  <a:schemeClr val="tx2"/>
                </a:solidFill>
                <a:latin typeface="+mj-lt"/>
              </a:defRPr>
            </a:lvl1pPr>
          </a:lstStyle>
          <a:p>
            <a:r>
              <a:rPr lang="de-DE"/>
              <a:t>Bild durch Klicken auf Symbol hinzufügen</a:t>
            </a:r>
            <a:endParaRPr lang="de-DE" dirty="0"/>
          </a:p>
        </p:txBody>
      </p:sp>
      <p:pic>
        <p:nvPicPr>
          <p:cNvPr id="4" name="Grafik 3" descr="Ein Bild, das Text enthält.&#10;&#10;Automatisch generierte Beschreibung">
            <a:extLst>
              <a:ext uri="{FF2B5EF4-FFF2-40B4-BE49-F238E27FC236}">
                <a16:creationId xmlns:a16="http://schemas.microsoft.com/office/drawing/2014/main" id="{CCBE9461-2732-F34A-27BC-5235C16F7D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2239391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lie mit Platzierung zweites Logo">
    <p:spTree>
      <p:nvGrpSpPr>
        <p:cNvPr id="1" name=""/>
        <p:cNvGrpSpPr/>
        <p:nvPr/>
      </p:nvGrpSpPr>
      <p:grpSpPr>
        <a:xfrm>
          <a:off x="0" y="0"/>
          <a:ext cx="0" cy="0"/>
          <a:chOff x="0" y="0"/>
          <a:chExt cx="0" cy="0"/>
        </a:xfrm>
      </p:grpSpPr>
      <p:sp>
        <p:nvSpPr>
          <p:cNvPr id="2" name="Rechteck 18">
            <a:extLst>
              <a:ext uri="{FF2B5EF4-FFF2-40B4-BE49-F238E27FC236}">
                <a16:creationId xmlns:a16="http://schemas.microsoft.com/office/drawing/2014/main" id="{394C74FD-D0F2-2F60-09BE-540DE7EC55F7}"/>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3" name="Rechteck 18">
            <a:extLst>
              <a:ext uri="{FF2B5EF4-FFF2-40B4-BE49-F238E27FC236}">
                <a16:creationId xmlns:a16="http://schemas.microsoft.com/office/drawing/2014/main" id="{1CA56F45-86AD-75DA-7A1C-B2174F10E6B7}"/>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5" name="Textplatzhalter 26">
            <a:extLst>
              <a:ext uri="{FF2B5EF4-FFF2-40B4-BE49-F238E27FC236}">
                <a16:creationId xmlns:a16="http://schemas.microsoft.com/office/drawing/2014/main" id="{18505930-F747-498A-BA53-7DDAA2F44E58}"/>
              </a:ext>
            </a:extLst>
          </p:cNvPr>
          <p:cNvSpPr>
            <a:spLocks noGrp="1"/>
          </p:cNvSpPr>
          <p:nvPr>
            <p:ph type="body" sz="quarter" idx="10"/>
          </p:nvPr>
        </p:nvSpPr>
        <p:spPr>
          <a:xfrm>
            <a:off x="397933" y="349044"/>
            <a:ext cx="7714291"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
        <p:nvSpPr>
          <p:cNvPr id="16" name="Textplatzhalter 28">
            <a:extLst>
              <a:ext uri="{FF2B5EF4-FFF2-40B4-BE49-F238E27FC236}">
                <a16:creationId xmlns:a16="http://schemas.microsoft.com/office/drawing/2014/main" id="{54CB3350-BEF0-430C-992F-D2943525A9AE}"/>
              </a:ext>
            </a:extLst>
          </p:cNvPr>
          <p:cNvSpPr>
            <a:spLocks noGrp="1"/>
          </p:cNvSpPr>
          <p:nvPr>
            <p:ph type="body" sz="quarter" idx="11"/>
          </p:nvPr>
        </p:nvSpPr>
        <p:spPr>
          <a:xfrm>
            <a:off x="1630030" y="1350048"/>
            <a:ext cx="9163384"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a:t>Mastertextformat bearbeiten</a:t>
            </a:r>
          </a:p>
        </p:txBody>
      </p:sp>
      <p:cxnSp>
        <p:nvCxnSpPr>
          <p:cNvPr id="21" name="Gerade Verbindung 14">
            <a:extLst>
              <a:ext uri="{FF2B5EF4-FFF2-40B4-BE49-F238E27FC236}">
                <a16:creationId xmlns:a16="http://schemas.microsoft.com/office/drawing/2014/main" id="{57BBFCE9-7059-447B-979D-02D2B7793DC7}"/>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Gerade Verbindung 15">
            <a:extLst>
              <a:ext uri="{FF2B5EF4-FFF2-40B4-BE49-F238E27FC236}">
                <a16:creationId xmlns:a16="http://schemas.microsoft.com/office/drawing/2014/main" id="{BD05BC10-DED2-4793-A6D2-237FEBE518E6}"/>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0" name="Datumsplatzhalter 26">
            <a:extLst>
              <a:ext uri="{FF2B5EF4-FFF2-40B4-BE49-F238E27FC236}">
                <a16:creationId xmlns:a16="http://schemas.microsoft.com/office/drawing/2014/main" id="{77280347-41D2-42F1-A48F-DE7BA466944D}"/>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033838F5-6CFA-4C36-A5A0-2F11004E9215}" type="datetime1">
              <a:rPr lang="de-DE" smtClean="0"/>
              <a:t>23.03.2023</a:t>
            </a:fld>
            <a:endParaRPr lang="de-DE" dirty="0"/>
          </a:p>
        </p:txBody>
      </p:sp>
      <p:sp>
        <p:nvSpPr>
          <p:cNvPr id="31" name="Fußzeilenplatzhalter 27">
            <a:extLst>
              <a:ext uri="{FF2B5EF4-FFF2-40B4-BE49-F238E27FC236}">
                <a16:creationId xmlns:a16="http://schemas.microsoft.com/office/drawing/2014/main" id="{2AE36F33-38E4-4933-9E7B-8725303F7CE5}"/>
              </a:ext>
            </a:extLst>
          </p:cNvPr>
          <p:cNvSpPr>
            <a:spLocks noGrp="1"/>
          </p:cNvSpPr>
          <p:nvPr>
            <p:ph type="ftr" sz="quarter" idx="13"/>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32" name="Foliennummernplatzhalter 28">
            <a:extLst>
              <a:ext uri="{FF2B5EF4-FFF2-40B4-BE49-F238E27FC236}">
                <a16:creationId xmlns:a16="http://schemas.microsoft.com/office/drawing/2014/main" id="{51DB9788-A2BF-4B03-B592-FF6099EF653F}"/>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pic>
        <p:nvPicPr>
          <p:cNvPr id="4" name="Grafik 3" descr="Ein Bild, das Text enthält.&#10;&#10;Automatisch generierte Beschreibung">
            <a:extLst>
              <a:ext uri="{FF2B5EF4-FFF2-40B4-BE49-F238E27FC236}">
                <a16:creationId xmlns:a16="http://schemas.microsoft.com/office/drawing/2014/main" id="{C89A5B14-7201-DDEA-9EE5-5C0154AF59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2125334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ennfolie 1">
    <p:spTree>
      <p:nvGrpSpPr>
        <p:cNvPr id="1" name=""/>
        <p:cNvGrpSpPr/>
        <p:nvPr/>
      </p:nvGrpSpPr>
      <p:grpSpPr>
        <a:xfrm>
          <a:off x="0" y="0"/>
          <a:ext cx="0" cy="0"/>
          <a:chOff x="0" y="0"/>
          <a:chExt cx="0" cy="0"/>
        </a:xfrm>
      </p:grpSpPr>
      <p:sp>
        <p:nvSpPr>
          <p:cNvPr id="10" name="Textplatzhalter 26"/>
          <p:cNvSpPr>
            <a:spLocks noGrp="1"/>
          </p:cNvSpPr>
          <p:nvPr>
            <p:ph type="body" sz="quarter" idx="13"/>
          </p:nvPr>
        </p:nvSpPr>
        <p:spPr>
          <a:xfrm>
            <a:off x="0" y="2745414"/>
            <a:ext cx="12203113" cy="695618"/>
          </a:xfrm>
          <a:prstGeom prst="rect">
            <a:avLst/>
          </a:prstGeom>
        </p:spPr>
        <p:txBody>
          <a:bodyPr vert="horz"/>
          <a:lstStyle>
            <a:lvl1pPr marL="0" indent="0" algn="ctr">
              <a:buFont typeface="Lucida Grande"/>
              <a:buNone/>
              <a:defRPr sz="3000">
                <a:solidFill>
                  <a:srgbClr val="01283F"/>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dirty="0"/>
              <a:t>Mastertextformat bearbeiten</a:t>
            </a:r>
          </a:p>
        </p:txBody>
      </p:sp>
      <p:sp>
        <p:nvSpPr>
          <p:cNvPr id="12" name="Rechteck 18">
            <a:extLst>
              <a:ext uri="{FF2B5EF4-FFF2-40B4-BE49-F238E27FC236}">
                <a16:creationId xmlns:a16="http://schemas.microsoft.com/office/drawing/2014/main" id="{17685918-E5B8-4E19-8146-04642DCC805D}"/>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13" name="Gerade Verbindung 14">
            <a:extLst>
              <a:ext uri="{FF2B5EF4-FFF2-40B4-BE49-F238E27FC236}">
                <a16:creationId xmlns:a16="http://schemas.microsoft.com/office/drawing/2014/main" id="{35AD999A-D875-4BD1-BFB3-1BADE94C429F}"/>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Gerade Verbindung 15">
            <a:extLst>
              <a:ext uri="{FF2B5EF4-FFF2-40B4-BE49-F238E27FC236}">
                <a16:creationId xmlns:a16="http://schemas.microsoft.com/office/drawing/2014/main" id="{80EEF6EF-A715-4449-B7F3-8AEE647C26E1}"/>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9" name="Datumsplatzhalter 26">
            <a:extLst>
              <a:ext uri="{FF2B5EF4-FFF2-40B4-BE49-F238E27FC236}">
                <a16:creationId xmlns:a16="http://schemas.microsoft.com/office/drawing/2014/main" id="{799805D0-DB24-459D-83ED-E98571A711F6}"/>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8DAC4A4F-B020-4624-B79C-DD833980B873}" type="datetime1">
              <a:rPr lang="de-DE" smtClean="0"/>
              <a:t>23.03.2023</a:t>
            </a:fld>
            <a:endParaRPr lang="de-DE" dirty="0"/>
          </a:p>
        </p:txBody>
      </p:sp>
      <p:sp>
        <p:nvSpPr>
          <p:cNvPr id="20" name="Fußzeilenplatzhalter 27">
            <a:extLst>
              <a:ext uri="{FF2B5EF4-FFF2-40B4-BE49-F238E27FC236}">
                <a16:creationId xmlns:a16="http://schemas.microsoft.com/office/drawing/2014/main" id="{E66F6A74-7137-4831-9DB0-CEC53678FE22}"/>
              </a:ext>
            </a:extLst>
          </p:cNvPr>
          <p:cNvSpPr>
            <a:spLocks noGrp="1"/>
          </p:cNvSpPr>
          <p:nvPr>
            <p:ph type="ftr" sz="quarter" idx="14"/>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21" name="Foliennummernplatzhalter 28">
            <a:extLst>
              <a:ext uri="{FF2B5EF4-FFF2-40B4-BE49-F238E27FC236}">
                <a16:creationId xmlns:a16="http://schemas.microsoft.com/office/drawing/2014/main" id="{BD2293F8-EB19-49FF-935D-26DEF21D1991}"/>
              </a:ext>
            </a:extLst>
          </p:cNvPr>
          <p:cNvSpPr>
            <a:spLocks noGrp="1"/>
          </p:cNvSpPr>
          <p:nvPr>
            <p:ph type="sldNum" sz="quarter" idx="15"/>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spTree>
    <p:extLst>
      <p:ext uri="{BB962C8B-B14F-4D97-AF65-F5344CB8AC3E}">
        <p14:creationId xmlns:p14="http://schemas.microsoft.com/office/powerpoint/2010/main" val="3240133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ennfolie 2 ">
    <p:spTree>
      <p:nvGrpSpPr>
        <p:cNvPr id="1" name=""/>
        <p:cNvGrpSpPr/>
        <p:nvPr/>
      </p:nvGrpSpPr>
      <p:grpSpPr>
        <a:xfrm>
          <a:off x="0" y="0"/>
          <a:ext cx="0" cy="0"/>
          <a:chOff x="0" y="0"/>
          <a:chExt cx="0" cy="0"/>
        </a:xfrm>
      </p:grpSpPr>
      <p:sp>
        <p:nvSpPr>
          <p:cNvPr id="22" name="Rechteck 21"/>
          <p:cNvSpPr/>
          <p:nvPr userDrawn="1"/>
        </p:nvSpPr>
        <p:spPr>
          <a:xfrm>
            <a:off x="0" y="0"/>
            <a:ext cx="1219200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18" name="Textplatzhalter 26"/>
          <p:cNvSpPr>
            <a:spLocks noGrp="1"/>
          </p:cNvSpPr>
          <p:nvPr>
            <p:ph type="body" sz="quarter" idx="13"/>
          </p:nvPr>
        </p:nvSpPr>
        <p:spPr>
          <a:xfrm>
            <a:off x="4499" y="2745412"/>
            <a:ext cx="12198614" cy="695619"/>
          </a:xfrm>
          <a:prstGeom prst="rect">
            <a:avLst/>
          </a:prstGeom>
        </p:spPr>
        <p:txBody>
          <a:bodyPr vert="horz"/>
          <a:lstStyle>
            <a:lvl1pPr marL="0" indent="0" algn="ctr">
              <a:buFont typeface="Lucida Grande"/>
              <a:buNone/>
              <a:defRPr sz="3000">
                <a:solidFill>
                  <a:schemeClr val="bg1"/>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cxnSp>
        <p:nvCxnSpPr>
          <p:cNvPr id="12" name="Gerade Verbindung 14">
            <a:extLst>
              <a:ext uri="{FF2B5EF4-FFF2-40B4-BE49-F238E27FC236}">
                <a16:creationId xmlns:a16="http://schemas.microsoft.com/office/drawing/2014/main" id="{ADCCBADD-97D8-4BE6-9E85-86CD9C631948}"/>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Gerade Verbindung 15">
            <a:extLst>
              <a:ext uri="{FF2B5EF4-FFF2-40B4-BE49-F238E27FC236}">
                <a16:creationId xmlns:a16="http://schemas.microsoft.com/office/drawing/2014/main" id="{1DB768EC-CE28-44FF-BB7C-B8484BEA8566}"/>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7" name="Datumsplatzhalter 26">
            <a:extLst>
              <a:ext uri="{FF2B5EF4-FFF2-40B4-BE49-F238E27FC236}">
                <a16:creationId xmlns:a16="http://schemas.microsoft.com/office/drawing/2014/main" id="{B8D41C6C-0A6F-4C3D-972B-8456A922B96C}"/>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5B450DC6-18D2-4DCE-9A50-1EB813CD509D}" type="datetime1">
              <a:rPr lang="de-DE" smtClean="0"/>
              <a:t>23.03.2023</a:t>
            </a:fld>
            <a:endParaRPr lang="de-DE" dirty="0"/>
          </a:p>
        </p:txBody>
      </p:sp>
      <p:sp>
        <p:nvSpPr>
          <p:cNvPr id="28" name="Fußzeilenplatzhalter 27">
            <a:extLst>
              <a:ext uri="{FF2B5EF4-FFF2-40B4-BE49-F238E27FC236}">
                <a16:creationId xmlns:a16="http://schemas.microsoft.com/office/drawing/2014/main" id="{8F52E049-7591-40F7-8578-82F7860BBC19}"/>
              </a:ext>
            </a:extLst>
          </p:cNvPr>
          <p:cNvSpPr>
            <a:spLocks noGrp="1"/>
          </p:cNvSpPr>
          <p:nvPr>
            <p:ph type="ftr" sz="quarter" idx="14"/>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29" name="Foliennummernplatzhalter 28">
            <a:extLst>
              <a:ext uri="{FF2B5EF4-FFF2-40B4-BE49-F238E27FC236}">
                <a16:creationId xmlns:a16="http://schemas.microsoft.com/office/drawing/2014/main" id="{D6F19065-F49F-49EA-BA5B-BA6B170195F0}"/>
              </a:ext>
            </a:extLst>
          </p:cNvPr>
          <p:cNvSpPr>
            <a:spLocks noGrp="1"/>
          </p:cNvSpPr>
          <p:nvPr>
            <p:ph type="sldNum" sz="quarter" idx="15"/>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spTree>
    <p:extLst>
      <p:ext uri="{BB962C8B-B14F-4D97-AF65-F5344CB8AC3E}">
        <p14:creationId xmlns:p14="http://schemas.microsoft.com/office/powerpoint/2010/main" val="3531174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ennfolie 3">
    <p:spTree>
      <p:nvGrpSpPr>
        <p:cNvPr id="1" name=""/>
        <p:cNvGrpSpPr/>
        <p:nvPr/>
      </p:nvGrpSpPr>
      <p:grpSpPr>
        <a:xfrm>
          <a:off x="0" y="0"/>
          <a:ext cx="0" cy="0"/>
          <a:chOff x="0" y="0"/>
          <a:chExt cx="0" cy="0"/>
        </a:xfrm>
      </p:grpSpPr>
      <p:pic>
        <p:nvPicPr>
          <p:cNvPr id="3" name="Grafik 2" descr="Ein Bild, das Text, Visitenkarte, Briefpapier, Umschlag enthält.&#10;&#10;Automatisch generierte Beschreibung">
            <a:extLst>
              <a:ext uri="{FF2B5EF4-FFF2-40B4-BE49-F238E27FC236}">
                <a16:creationId xmlns:a16="http://schemas.microsoft.com/office/drawing/2014/main" id="{46B4526B-F7DD-1F56-F322-AE7BA0E0FA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16178" y="171646"/>
            <a:ext cx="5979083" cy="6535959"/>
          </a:xfrm>
          <a:prstGeom prst="rect">
            <a:avLst/>
          </a:prstGeom>
        </p:spPr>
      </p:pic>
      <p:sp>
        <p:nvSpPr>
          <p:cNvPr id="18" name="Textplatzhalter 26"/>
          <p:cNvSpPr>
            <a:spLocks noGrp="1"/>
          </p:cNvSpPr>
          <p:nvPr>
            <p:ph type="body" sz="quarter" idx="13"/>
          </p:nvPr>
        </p:nvSpPr>
        <p:spPr>
          <a:xfrm>
            <a:off x="4499" y="2745412"/>
            <a:ext cx="12198614" cy="695619"/>
          </a:xfrm>
          <a:prstGeom prst="rect">
            <a:avLst/>
          </a:prstGeom>
        </p:spPr>
        <p:txBody>
          <a:bodyPr vert="horz"/>
          <a:lstStyle>
            <a:lvl1pPr marL="0" indent="0" algn="ctr">
              <a:buFont typeface="Lucida Grande"/>
              <a:buNone/>
              <a:defRPr sz="3000">
                <a:solidFill>
                  <a:schemeClr val="bg1"/>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Tree>
    <p:extLst>
      <p:ext uri="{BB962C8B-B14F-4D97-AF65-F5344CB8AC3E}">
        <p14:creationId xmlns:p14="http://schemas.microsoft.com/office/powerpoint/2010/main" val="2921675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rennfolie 4 ">
    <p:spTree>
      <p:nvGrpSpPr>
        <p:cNvPr id="1" name=""/>
        <p:cNvGrpSpPr/>
        <p:nvPr/>
      </p:nvGrpSpPr>
      <p:grpSpPr>
        <a:xfrm>
          <a:off x="0" y="0"/>
          <a:ext cx="0" cy="0"/>
          <a:chOff x="0" y="0"/>
          <a:chExt cx="0" cy="0"/>
        </a:xfrm>
      </p:grpSpPr>
      <p:sp>
        <p:nvSpPr>
          <p:cNvPr id="13" name="Rechteck 18">
            <a:extLst>
              <a:ext uri="{FF2B5EF4-FFF2-40B4-BE49-F238E27FC236}">
                <a16:creationId xmlns:a16="http://schemas.microsoft.com/office/drawing/2014/main" id="{5B2060DF-E81A-4D86-A56A-3FA3781FC394}"/>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14" name="Gerade Verbindung 14">
            <a:extLst>
              <a:ext uri="{FF2B5EF4-FFF2-40B4-BE49-F238E27FC236}">
                <a16:creationId xmlns:a16="http://schemas.microsoft.com/office/drawing/2014/main" id="{51DCA63F-3FFE-4571-B7BD-AF6695464DC0}"/>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Gerade Verbindung 15">
            <a:extLst>
              <a:ext uri="{FF2B5EF4-FFF2-40B4-BE49-F238E27FC236}">
                <a16:creationId xmlns:a16="http://schemas.microsoft.com/office/drawing/2014/main" id="{E328B414-94C2-4CCD-9F5F-24E1A917CE07}"/>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Datumsplatzhalter 26">
            <a:extLst>
              <a:ext uri="{FF2B5EF4-FFF2-40B4-BE49-F238E27FC236}">
                <a16:creationId xmlns:a16="http://schemas.microsoft.com/office/drawing/2014/main" id="{6B3F9216-1F6D-4FD6-B21E-3374125E6DF3}"/>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DC026456-FD74-4FC7-980C-6E2AAD378FA7}" type="datetime1">
              <a:rPr lang="de-DE" smtClean="0"/>
              <a:t>23.03.2023</a:t>
            </a:fld>
            <a:endParaRPr lang="de-DE" dirty="0"/>
          </a:p>
        </p:txBody>
      </p:sp>
      <p:sp>
        <p:nvSpPr>
          <p:cNvPr id="21" name="Fußzeilenplatzhalter 27">
            <a:extLst>
              <a:ext uri="{FF2B5EF4-FFF2-40B4-BE49-F238E27FC236}">
                <a16:creationId xmlns:a16="http://schemas.microsoft.com/office/drawing/2014/main" id="{55D1BE1D-B002-40B6-99BA-31F7B89B69EE}"/>
              </a:ext>
            </a:extLst>
          </p:cNvPr>
          <p:cNvSpPr>
            <a:spLocks noGrp="1"/>
          </p:cNvSpPr>
          <p:nvPr>
            <p:ph type="ftr" sz="quarter" idx="14"/>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22" name="Foliennummernplatzhalter 28">
            <a:extLst>
              <a:ext uri="{FF2B5EF4-FFF2-40B4-BE49-F238E27FC236}">
                <a16:creationId xmlns:a16="http://schemas.microsoft.com/office/drawing/2014/main" id="{EFB5E2CB-D7F2-4918-A8DC-58E85FAFD5F3}"/>
              </a:ext>
            </a:extLst>
          </p:cNvPr>
          <p:cNvSpPr>
            <a:spLocks noGrp="1"/>
          </p:cNvSpPr>
          <p:nvPr>
            <p:ph type="sldNum" sz="quarter" idx="15"/>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pic>
        <p:nvPicPr>
          <p:cNvPr id="2" name="Grafik 1" descr="Ein Bild, das Text, Visitenkarte, Briefpapier, Umschlag enthält.&#10;&#10;Automatisch generierte Beschreibung">
            <a:extLst>
              <a:ext uri="{FF2B5EF4-FFF2-40B4-BE49-F238E27FC236}">
                <a16:creationId xmlns:a16="http://schemas.microsoft.com/office/drawing/2014/main" id="{CD938579-5B15-C534-F880-BE36674B68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21" y="1041001"/>
            <a:ext cx="3754733" cy="4104439"/>
          </a:xfrm>
          <a:prstGeom prst="rect">
            <a:avLst/>
          </a:prstGeom>
        </p:spPr>
      </p:pic>
      <p:sp>
        <p:nvSpPr>
          <p:cNvPr id="9" name="Textplatzhalter 26"/>
          <p:cNvSpPr>
            <a:spLocks noGrp="1"/>
          </p:cNvSpPr>
          <p:nvPr>
            <p:ph type="body" sz="quarter" idx="13"/>
          </p:nvPr>
        </p:nvSpPr>
        <p:spPr>
          <a:xfrm>
            <a:off x="4036595" y="2745412"/>
            <a:ext cx="8155405" cy="695619"/>
          </a:xfrm>
          <a:prstGeom prst="rect">
            <a:avLst/>
          </a:prstGeom>
        </p:spPr>
        <p:txBody>
          <a:bodyPr vert="horz"/>
          <a:lstStyle>
            <a:lvl1pPr marL="0" indent="0" algn="l">
              <a:buFont typeface="Lucida Grande"/>
              <a:buNone/>
              <a:defRPr sz="3000">
                <a:solidFill>
                  <a:srgbClr val="19406B"/>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dirty="0"/>
              <a:t>Mastertextformat bearbeiten</a:t>
            </a:r>
          </a:p>
        </p:txBody>
      </p:sp>
    </p:spTree>
    <p:extLst>
      <p:ext uri="{BB962C8B-B14F-4D97-AF65-F5344CB8AC3E}">
        <p14:creationId xmlns:p14="http://schemas.microsoft.com/office/powerpoint/2010/main" val="859097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E5E053A4-0884-4CE1-902D-B51DB4A3A6B4}"/>
              </a:ext>
            </a:extLst>
          </p:cNvPr>
          <p:cNvSpPr>
            <a:spLocks noGrp="1"/>
          </p:cNvSpPr>
          <p:nvPr>
            <p:ph sz="quarter" idx="10"/>
          </p:nvPr>
        </p:nvSpPr>
        <p:spPr>
          <a:xfrm>
            <a:off x="0" y="0"/>
            <a:ext cx="12192000" cy="6858000"/>
          </a:xfrm>
        </p:spPr>
        <p:txBody>
          <a:bodyPr>
            <a:normAutofit/>
          </a:bodyPr>
          <a:lstStyle>
            <a:lvl1pPr marL="0" indent="0" algn="ctr">
              <a:buNone/>
              <a:defRPr sz="2400">
                <a:solidFill>
                  <a:schemeClr val="tx2"/>
                </a:solidFill>
              </a:defRPr>
            </a:lvl1pPr>
          </a:lstStyle>
          <a:p>
            <a:pPr lvl="0"/>
            <a:r>
              <a:rPr lang="de-DE" dirty="0"/>
              <a:t>Mastertextformat bearbeiten</a:t>
            </a:r>
          </a:p>
        </p:txBody>
      </p:sp>
    </p:spTree>
    <p:extLst>
      <p:ext uri="{BB962C8B-B14F-4D97-AF65-F5344CB8AC3E}">
        <p14:creationId xmlns:p14="http://schemas.microsoft.com/office/powerpoint/2010/main" val="3013621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schlußfolie">
    <p:spTree>
      <p:nvGrpSpPr>
        <p:cNvPr id="1" name=""/>
        <p:cNvGrpSpPr/>
        <p:nvPr/>
      </p:nvGrpSpPr>
      <p:grpSpPr>
        <a:xfrm>
          <a:off x="0" y="0"/>
          <a:ext cx="0" cy="0"/>
          <a:chOff x="0" y="0"/>
          <a:chExt cx="0" cy="0"/>
        </a:xfrm>
      </p:grpSpPr>
      <p:sp>
        <p:nvSpPr>
          <p:cNvPr id="10" name="Titel 1"/>
          <p:cNvSpPr>
            <a:spLocks noGrp="1"/>
          </p:cNvSpPr>
          <p:nvPr>
            <p:ph type="ctrTitle"/>
          </p:nvPr>
        </p:nvSpPr>
        <p:spPr>
          <a:xfrm>
            <a:off x="0" y="3957214"/>
            <a:ext cx="12192000" cy="576064"/>
          </a:xfrm>
          <a:prstGeom prst="rect">
            <a:avLst/>
          </a:prstGeom>
          <a:noFill/>
        </p:spPr>
        <p:txBody>
          <a:bodyPr/>
          <a:lstStyle>
            <a:lvl1pPr algn="ctr">
              <a:defRPr sz="3600">
                <a:solidFill>
                  <a:schemeClr val="tx2"/>
                </a:solidFill>
                <a:latin typeface="Segoe UI" panose="020B0502040204020203" pitchFamily="34" charset="0"/>
                <a:cs typeface="Segoe UI" panose="020B0502040204020203" pitchFamily="34" charset="0"/>
              </a:defRPr>
            </a:lvl1pPr>
          </a:lstStyle>
          <a:p>
            <a:r>
              <a:rPr lang="de-DE"/>
              <a:t>Mastertitelformat bearbeiten</a:t>
            </a:r>
            <a:endParaRPr lang="de-DE" dirty="0"/>
          </a:p>
        </p:txBody>
      </p:sp>
      <p:pic>
        <p:nvPicPr>
          <p:cNvPr id="4" name="Grafik 3" descr="Ein Bild, das Text enthält.&#10;&#10;Automatisch generierte Beschreibung">
            <a:extLst>
              <a:ext uri="{FF2B5EF4-FFF2-40B4-BE49-F238E27FC236}">
                <a16:creationId xmlns:a16="http://schemas.microsoft.com/office/drawing/2014/main" id="{342C8B19-05B5-5B9D-C5B7-CB77024E73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8548" y="1724524"/>
            <a:ext cx="6882398" cy="1447803"/>
          </a:xfrm>
          <a:prstGeom prst="rect">
            <a:avLst/>
          </a:prstGeom>
        </p:spPr>
      </p:pic>
    </p:spTree>
    <p:extLst>
      <p:ext uri="{BB962C8B-B14F-4D97-AF65-F5344CB8AC3E}">
        <p14:creationId xmlns:p14="http://schemas.microsoft.com/office/powerpoint/2010/main" val="3546270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und Inhalt mit Fließtext und Aufzählung">
    <p:spTree>
      <p:nvGrpSpPr>
        <p:cNvPr id="1" name=""/>
        <p:cNvGrpSpPr/>
        <p:nvPr/>
      </p:nvGrpSpPr>
      <p:grpSpPr>
        <a:xfrm>
          <a:off x="0" y="0"/>
          <a:ext cx="0" cy="0"/>
          <a:chOff x="0" y="0"/>
          <a:chExt cx="0" cy="0"/>
        </a:xfrm>
      </p:grpSpPr>
      <p:sp>
        <p:nvSpPr>
          <p:cNvPr id="14" name="Textplatzhalter 28">
            <a:extLst>
              <a:ext uri="{FF2B5EF4-FFF2-40B4-BE49-F238E27FC236}">
                <a16:creationId xmlns:a16="http://schemas.microsoft.com/office/drawing/2014/main" id="{59BDB2A1-1E24-40F3-B12B-10AA99A537E8}"/>
              </a:ext>
            </a:extLst>
          </p:cNvPr>
          <p:cNvSpPr>
            <a:spLocks noGrp="1"/>
          </p:cNvSpPr>
          <p:nvPr>
            <p:ph type="body" sz="quarter" idx="11"/>
          </p:nvPr>
        </p:nvSpPr>
        <p:spPr>
          <a:xfrm>
            <a:off x="1630030" y="1350048"/>
            <a:ext cx="9169400" cy="4495800"/>
          </a:xfrm>
          <a:prstGeom prst="rect">
            <a:avLst/>
          </a:prstGeom>
        </p:spPr>
        <p:txBody>
          <a:bodyPr vert="horz" lIns="0"/>
          <a:lstStyle>
            <a:lvl1pPr marL="342900" marR="0" indent="-342900" algn="l" defTabSz="457200" rtl="0" eaLnBrk="0" fontAlgn="base" latinLnBrk="0" hangingPunct="0">
              <a:lnSpc>
                <a:spcPct val="150000"/>
              </a:lnSpc>
              <a:spcBef>
                <a:spcPts val="24"/>
              </a:spcBef>
              <a:spcAft>
                <a:spcPct val="0"/>
              </a:spcAft>
              <a:buClrTx/>
              <a:buSzTx/>
              <a:buFontTx/>
              <a:buNone/>
              <a:tabLst/>
              <a:defRPr lang="de-DE" sz="2400" kern="1200" dirty="0" smtClean="0">
                <a:solidFill>
                  <a:srgbClr val="3A7296"/>
                </a:solidFill>
                <a:latin typeface="Segoe UI" panose="020B0502040204020203" pitchFamily="34" charset="0"/>
                <a:ea typeface="+mn-ea"/>
                <a:cs typeface="Segoe UI" panose="020B0502040204020203" pitchFamily="34" charset="0"/>
              </a:defRPr>
            </a:lvl1pPr>
            <a:lvl2pPr marL="457200" indent="0" algn="l">
              <a:buFontTx/>
              <a:buNone/>
              <a:defRPr lang="de-DE" sz="2000" kern="1200" dirty="0" smtClean="0">
                <a:solidFill>
                  <a:schemeClr val="tx2"/>
                </a:solidFill>
                <a:latin typeface="Segoe UI" panose="020B0502040204020203" pitchFamily="34" charset="0"/>
                <a:ea typeface="+mn-ea"/>
                <a:cs typeface="Segoe UI" panose="020B0502040204020203" pitchFamily="34" charset="0"/>
              </a:defRPr>
            </a:lvl2pPr>
            <a:lvl3pPr marL="914400" indent="0" algn="l">
              <a:buFontTx/>
              <a:buNone/>
              <a:defRPr lang="de-DE" sz="1600" kern="1200" dirty="0" smtClean="0">
                <a:solidFill>
                  <a:schemeClr val="tx2"/>
                </a:solidFill>
                <a:latin typeface="Segoe UI" panose="020B0502040204020203" pitchFamily="34" charset="0"/>
                <a:ea typeface="+mn-ea"/>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Mastertextformat bearbeiten</a:t>
            </a:r>
          </a:p>
          <a:p>
            <a:pPr marL="342900" lvl="0" indent="-342900" algn="l" defTabSz="914400" rtl="0" eaLnBrk="1" latinLnBrk="0" hangingPunct="1">
              <a:lnSpc>
                <a:spcPct val="150000"/>
              </a:lnSpc>
              <a:spcBef>
                <a:spcPts val="1000"/>
              </a:spcBef>
              <a:buFont typeface="Arial" panose="020B0604020202020204" pitchFamily="34" charset="0"/>
              <a:buChar char="•"/>
            </a:pPr>
            <a:r>
              <a:rPr lang="de-DE" dirty="0"/>
              <a:t>Mastertextformat bearbeiten</a:t>
            </a:r>
          </a:p>
          <a:p>
            <a:pPr marL="742950" lvl="1" indent="-285750" algn="l" defTabSz="914400" rtl="0" eaLnBrk="1" latinLnBrk="0" hangingPunct="1">
              <a:lnSpc>
                <a:spcPct val="90000"/>
              </a:lnSpc>
              <a:spcBef>
                <a:spcPts val="1000"/>
              </a:spcBef>
              <a:buFont typeface="Arial" panose="020B0604020202020204" pitchFamily="34" charset="0"/>
              <a:buChar char="•"/>
            </a:pPr>
            <a:r>
              <a:rPr lang="de-DE" dirty="0"/>
              <a:t>Zweite Ebene</a:t>
            </a:r>
          </a:p>
          <a:p>
            <a:pPr marL="1143000" lvl="2" indent="-228600" algn="l" defTabSz="914400" rtl="0" eaLnBrk="1" latinLnBrk="0" hangingPunct="1">
              <a:lnSpc>
                <a:spcPct val="90000"/>
              </a:lnSpc>
              <a:spcBef>
                <a:spcPts val="1000"/>
              </a:spcBef>
              <a:buFont typeface="Arial" panose="020B0604020202020204" pitchFamily="34" charset="0"/>
              <a:buChar char="•"/>
            </a:pPr>
            <a:r>
              <a:rPr lang="de-DE" dirty="0"/>
              <a:t>Dritte Ebene</a:t>
            </a:r>
          </a:p>
        </p:txBody>
      </p:sp>
      <p:sp>
        <p:nvSpPr>
          <p:cNvPr id="15" name="Textplatzhalter 26">
            <a:extLst>
              <a:ext uri="{FF2B5EF4-FFF2-40B4-BE49-F238E27FC236}">
                <a16:creationId xmlns:a16="http://schemas.microsoft.com/office/drawing/2014/main" id="{986583CF-8BB1-4AD7-993A-DC4D7E2C61CF}"/>
              </a:ext>
            </a:extLst>
          </p:cNvPr>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de-DE"/>
              <a:t>Mastertextformat bearbeiten</a:t>
            </a:r>
          </a:p>
        </p:txBody>
      </p:sp>
      <p:sp>
        <p:nvSpPr>
          <p:cNvPr id="19" name="Rechteck 18">
            <a:extLst>
              <a:ext uri="{FF2B5EF4-FFF2-40B4-BE49-F238E27FC236}">
                <a16:creationId xmlns:a16="http://schemas.microsoft.com/office/drawing/2014/main" id="{AB86FC17-31AB-40C2-8B3F-44A971A10619}"/>
              </a:ext>
            </a:extLst>
          </p:cNvPr>
          <p:cNvSpPr>
            <a:spLocks noChangeArrowheads="1"/>
          </p:cNvSpPr>
          <p:nvPr userDrawn="1"/>
        </p:nvSpPr>
        <p:spPr bwMode="auto">
          <a:xfrm flipH="1">
            <a:off x="-6350" y="6254750"/>
            <a:ext cx="12204700" cy="6032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20" name="Gerade Verbindung 14">
            <a:extLst>
              <a:ext uri="{FF2B5EF4-FFF2-40B4-BE49-F238E27FC236}">
                <a16:creationId xmlns:a16="http://schemas.microsoft.com/office/drawing/2014/main" id="{BFBB5542-02AA-4B1C-ADD9-DE5FAA164C07}"/>
              </a:ext>
            </a:extLst>
          </p:cNvPr>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Gerade Verbindung 15">
            <a:extLst>
              <a:ext uri="{FF2B5EF4-FFF2-40B4-BE49-F238E27FC236}">
                <a16:creationId xmlns:a16="http://schemas.microsoft.com/office/drawing/2014/main" id="{39E6ECC0-3043-41EF-BE1D-204790E4A492}"/>
              </a:ext>
            </a:extLst>
          </p:cNvPr>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0" name="Datumsplatzhalter 26">
            <a:extLst>
              <a:ext uri="{FF2B5EF4-FFF2-40B4-BE49-F238E27FC236}">
                <a16:creationId xmlns:a16="http://schemas.microsoft.com/office/drawing/2014/main" id="{823999B2-5C33-43DD-9B44-9D24B02DFF67}"/>
              </a:ext>
            </a:extLst>
          </p:cNvPr>
          <p:cNvSpPr>
            <a:spLocks noGrp="1"/>
          </p:cNvSpPr>
          <p:nvPr>
            <p:ph type="dt" sz="half" idx="12"/>
          </p:nvPr>
        </p:nvSpPr>
        <p:spPr>
          <a:xfrm>
            <a:off x="330804" y="6356350"/>
            <a:ext cx="1200531" cy="365125"/>
          </a:xfrm>
        </p:spPr>
        <p:txBody>
          <a:bodyPr/>
          <a:lstStyle>
            <a:lvl1pPr algn="l">
              <a:defRPr sz="900">
                <a:solidFill>
                  <a:schemeClr val="bg1"/>
                </a:solidFill>
              </a:defRPr>
            </a:lvl1pPr>
          </a:lstStyle>
          <a:p>
            <a:pPr>
              <a:defRPr/>
            </a:pPr>
            <a:fld id="{5023E7C8-81B3-48D8-9BE2-9CFBDCD1C966}" type="datetime1">
              <a:rPr lang="de-DE" smtClean="0"/>
              <a:t>23.03.2023</a:t>
            </a:fld>
            <a:endParaRPr lang="de-DE" dirty="0"/>
          </a:p>
        </p:txBody>
      </p:sp>
      <p:sp>
        <p:nvSpPr>
          <p:cNvPr id="31" name="Fußzeilenplatzhalter 27">
            <a:extLst>
              <a:ext uri="{FF2B5EF4-FFF2-40B4-BE49-F238E27FC236}">
                <a16:creationId xmlns:a16="http://schemas.microsoft.com/office/drawing/2014/main" id="{28717BB2-71DD-447A-A782-F28C694A0565}"/>
              </a:ext>
            </a:extLst>
          </p:cNvPr>
          <p:cNvSpPr>
            <a:spLocks noGrp="1"/>
          </p:cNvSpPr>
          <p:nvPr>
            <p:ph type="ftr" sz="quarter" idx="13"/>
          </p:nvPr>
        </p:nvSpPr>
        <p:spPr>
          <a:xfrm>
            <a:off x="1726216" y="6356350"/>
            <a:ext cx="6300184" cy="365125"/>
          </a:xfrm>
        </p:spPr>
        <p:txBody>
          <a:bodyPr/>
          <a:lstStyle>
            <a:lvl1pPr algn="l">
              <a:defRPr sz="900">
                <a:solidFill>
                  <a:schemeClr val="bg1"/>
                </a:solidFill>
              </a:defRPr>
            </a:lvl1pPr>
          </a:lstStyle>
          <a:p>
            <a:pPr>
              <a:defRPr/>
            </a:pPr>
            <a:r>
              <a:rPr lang="de-DE" dirty="0"/>
              <a:t>Fußzeile</a:t>
            </a:r>
          </a:p>
        </p:txBody>
      </p:sp>
      <p:sp>
        <p:nvSpPr>
          <p:cNvPr id="32" name="Foliennummernplatzhalter 28">
            <a:extLst>
              <a:ext uri="{FF2B5EF4-FFF2-40B4-BE49-F238E27FC236}">
                <a16:creationId xmlns:a16="http://schemas.microsoft.com/office/drawing/2014/main" id="{22C95222-3341-4328-A840-E264CF64F7BF}"/>
              </a:ext>
            </a:extLst>
          </p:cNvPr>
          <p:cNvSpPr>
            <a:spLocks noGrp="1"/>
          </p:cNvSpPr>
          <p:nvPr>
            <p:ph type="sldNum" sz="quarter" idx="14"/>
          </p:nvPr>
        </p:nvSpPr>
        <p:spPr>
          <a:xfrm>
            <a:off x="11153064" y="6356350"/>
            <a:ext cx="697613" cy="365125"/>
          </a:xfrm>
        </p:spPr>
        <p:txBody>
          <a:bodyPr/>
          <a:lstStyle>
            <a:lvl1pPr algn="l">
              <a:defRPr sz="900">
                <a:solidFill>
                  <a:schemeClr val="bg1"/>
                </a:solidFill>
              </a:defRPr>
            </a:lvl1pPr>
          </a:lstStyle>
          <a:p>
            <a:pPr>
              <a:defRPr/>
            </a:pPr>
            <a:fld id="{9C26CF26-809F-407B-9122-BBEFC90D682E}" type="slidenum">
              <a:rPr lang="de-DE" altLang="de-DE" smtClean="0"/>
              <a:pPr>
                <a:defRPr/>
              </a:pPr>
              <a:t>‹Nr.›</a:t>
            </a:fld>
            <a:endParaRPr lang="de-DE" altLang="de-DE" dirty="0"/>
          </a:p>
        </p:txBody>
      </p:sp>
      <p:sp>
        <p:nvSpPr>
          <p:cNvPr id="2" name="Rechteck 18">
            <a:extLst>
              <a:ext uri="{FF2B5EF4-FFF2-40B4-BE49-F238E27FC236}">
                <a16:creationId xmlns:a16="http://schemas.microsoft.com/office/drawing/2014/main" id="{0DBF97D7-9DF9-4F3C-62D6-9023D9AEB544}"/>
              </a:ext>
            </a:extLst>
          </p:cNvPr>
          <p:cNvSpPr>
            <a:spLocks noChangeArrowheads="1"/>
          </p:cNvSpPr>
          <p:nvPr userDrawn="1"/>
        </p:nvSpPr>
        <p:spPr bwMode="auto">
          <a:xfrm flipH="1" flipV="1">
            <a:off x="-1" y="0"/>
            <a:ext cx="12204000"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pic>
        <p:nvPicPr>
          <p:cNvPr id="3" name="Grafik 2" descr="Ein Bild, das Text enthält.&#10;&#10;Automatisch generierte Beschreibung">
            <a:extLst>
              <a:ext uri="{FF2B5EF4-FFF2-40B4-BE49-F238E27FC236}">
                <a16:creationId xmlns:a16="http://schemas.microsoft.com/office/drawing/2014/main" id="{690CC104-1B6F-27CF-5F35-6AAD771523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6742" y="349044"/>
            <a:ext cx="2492709" cy="524374"/>
          </a:xfrm>
          <a:prstGeom prst="rect">
            <a:avLst/>
          </a:prstGeom>
        </p:spPr>
      </p:pic>
    </p:spTree>
    <p:extLst>
      <p:ext uri="{BB962C8B-B14F-4D97-AF65-F5344CB8AC3E}">
        <p14:creationId xmlns:p14="http://schemas.microsoft.com/office/powerpoint/2010/main" val="20353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umsplatzhalter 3">
            <a:extLst>
              <a:ext uri="{FF2B5EF4-FFF2-40B4-BE49-F238E27FC236}">
                <a16:creationId xmlns:a16="http://schemas.microsoft.com/office/drawing/2014/main" id="{63D22B85-9546-437F-AED8-2F0FE8E67473}"/>
              </a:ext>
            </a:extLst>
          </p:cNvPr>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prstTxWarp prst="textNoShape">
              <a:avLst/>
            </a:prstTxWarp>
          </a:bodyPr>
          <a:lstStyle>
            <a:lvl1pPr eaLnBrk="1" fontAlgn="auto" hangingPunct="1">
              <a:spcBef>
                <a:spcPts val="0"/>
              </a:spcBef>
              <a:spcAft>
                <a:spcPts val="0"/>
              </a:spcAft>
              <a:defRPr sz="1200">
                <a:solidFill>
                  <a:schemeClr val="tx1">
                    <a:lumMod val="75000"/>
                    <a:lumOff val="25000"/>
                  </a:schemeClr>
                </a:solidFill>
                <a:latin typeface="Segoe UI" panose="020B0502040204020203" pitchFamily="34" charset="0"/>
                <a:cs typeface="Segoe UI" panose="020B0502040204020203" pitchFamily="34" charset="0"/>
              </a:defRPr>
            </a:lvl1pPr>
          </a:lstStyle>
          <a:p>
            <a:pPr>
              <a:defRPr/>
            </a:pPr>
            <a:fld id="{AC31D1D1-6877-4D6D-8923-8B7234E8E74F}" type="datetime1">
              <a:rPr lang="de-DE" smtClean="0"/>
              <a:t>23.03.2023</a:t>
            </a:fld>
            <a:endParaRPr lang="de-DE" dirty="0"/>
          </a:p>
        </p:txBody>
      </p:sp>
      <p:sp>
        <p:nvSpPr>
          <p:cNvPr id="8" name="Fußzeilenplatzhalter 4">
            <a:extLst>
              <a:ext uri="{FF2B5EF4-FFF2-40B4-BE49-F238E27FC236}">
                <a16:creationId xmlns:a16="http://schemas.microsoft.com/office/drawing/2014/main" id="{6D4779DF-5684-4C8B-B371-8BFB0216EBBE}"/>
              </a:ext>
            </a:extLst>
          </p:cNvPr>
          <p:cNvSpPr>
            <a:spLocks noGrp="1"/>
          </p:cNvSpPr>
          <p:nvPr>
            <p:ph type="ftr" sz="quarter" idx="3"/>
          </p:nvPr>
        </p:nvSpPr>
        <p:spPr>
          <a:xfrm>
            <a:off x="4165600" y="6356350"/>
            <a:ext cx="3860800" cy="365125"/>
          </a:xfrm>
          <a:prstGeom prst="rect">
            <a:avLst/>
          </a:prstGeom>
        </p:spPr>
        <p:txBody>
          <a:bodyPr vert="horz" wrap="square" lIns="91440" tIns="45720" rIns="91440" bIns="45720" numCol="1" anchor="ctr" anchorCtr="0" compatLnSpc="1">
            <a:prstTxWarp prst="textNoShape">
              <a:avLst/>
            </a:prstTxWarp>
          </a:bodyPr>
          <a:lstStyle>
            <a:lvl1pPr algn="ctr" eaLnBrk="1" fontAlgn="auto" hangingPunct="1">
              <a:spcBef>
                <a:spcPts val="0"/>
              </a:spcBef>
              <a:spcAft>
                <a:spcPts val="0"/>
              </a:spcAft>
              <a:defRPr sz="1200">
                <a:solidFill>
                  <a:schemeClr val="tx1">
                    <a:lumMod val="75000"/>
                    <a:lumOff val="25000"/>
                  </a:schemeClr>
                </a:solidFill>
                <a:latin typeface="Segoe UI" panose="020B0502040204020203" pitchFamily="34" charset="0"/>
                <a:cs typeface="Segoe UI" panose="020B0502040204020203" pitchFamily="34" charset="0"/>
              </a:defRPr>
            </a:lvl1pPr>
          </a:lstStyle>
          <a:p>
            <a:pPr>
              <a:defRPr/>
            </a:pPr>
            <a:r>
              <a:rPr lang="de-DE" dirty="0"/>
              <a:t>Fußzeile</a:t>
            </a:r>
          </a:p>
        </p:txBody>
      </p:sp>
      <p:sp>
        <p:nvSpPr>
          <p:cNvPr id="9" name="Foliennummernplatzhalter 5">
            <a:extLst>
              <a:ext uri="{FF2B5EF4-FFF2-40B4-BE49-F238E27FC236}">
                <a16:creationId xmlns:a16="http://schemas.microsoft.com/office/drawing/2014/main" id="{826FBF9E-925D-4C7B-A70F-3DC71663549D}"/>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chemeClr val="tx1">
                    <a:lumMod val="75000"/>
                    <a:lumOff val="25000"/>
                  </a:schemeClr>
                </a:solidFill>
                <a:latin typeface="Segoe UI" panose="020B0502040204020203" pitchFamily="34" charset="0"/>
                <a:cs typeface="Segoe UI" panose="020B0502040204020203" pitchFamily="34" charset="0"/>
              </a:defRPr>
            </a:lvl1pPr>
          </a:lstStyle>
          <a:p>
            <a:pPr>
              <a:defRPr/>
            </a:pPr>
            <a:fld id="{9C26CF26-809F-407B-9122-BBEFC90D682E}" type="slidenum">
              <a:rPr lang="de-DE" altLang="de-DE"/>
              <a:pPr>
                <a:defRPr/>
              </a:pPr>
              <a:t>‹Nr.›</a:t>
            </a:fld>
            <a:endParaRPr lang="de-DE" altLang="de-DE" dirty="0"/>
          </a:p>
        </p:txBody>
      </p:sp>
      <p:sp>
        <p:nvSpPr>
          <p:cNvPr id="10" name="Titelplatzhalter 1">
            <a:extLst>
              <a:ext uri="{FF2B5EF4-FFF2-40B4-BE49-F238E27FC236}">
                <a16:creationId xmlns:a16="http://schemas.microsoft.com/office/drawing/2014/main" id="{A2DC43A9-4371-494E-BE54-AE6144A1FC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11" name="Textplatzhalter 2">
            <a:extLst>
              <a:ext uri="{FF2B5EF4-FFF2-40B4-BE49-F238E27FC236}">
                <a16:creationId xmlns:a16="http://schemas.microsoft.com/office/drawing/2014/main" id="{CD94C9DC-92B7-4579-81A0-C65E8C35E4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162716862"/>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51"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8EDEBEA3-2E18-4729-8052-4735E51D6560}"/>
              </a:ext>
            </a:extLst>
          </p:cNvPr>
          <p:cNvSpPr>
            <a:spLocks noGrp="1"/>
          </p:cNvSpPr>
          <p:nvPr>
            <p:ph type="ctrTitle"/>
          </p:nvPr>
        </p:nvSpPr>
        <p:spPr>
          <a:xfrm>
            <a:off x="5394664" y="3127820"/>
            <a:ext cx="5802283" cy="2464143"/>
          </a:xfrm>
        </p:spPr>
        <p:txBody>
          <a:bodyPr>
            <a:noAutofit/>
          </a:bodyPr>
          <a:lstStyle/>
          <a:p>
            <a:pPr algn="l"/>
            <a:r>
              <a:rPr lang="de-DE" sz="3600" b="0" i="0" u="none" strike="noStrike" baseline="0" dirty="0">
                <a:latin typeface="Segoe UI" panose="020B0502040204020203" pitchFamily="34" charset="0"/>
              </a:rPr>
              <a:t>Vorlage </a:t>
            </a:r>
            <a:r>
              <a:rPr lang="de-DE" sz="3600" b="0" i="0" u="none" strike="noStrike" baseline="0" dirty="0" err="1">
                <a:latin typeface="Segoe UI" panose="020B0502040204020203" pitchFamily="34" charset="0"/>
              </a:rPr>
              <a:t>Pitchdeck</a:t>
            </a:r>
            <a:endParaRPr lang="de-DE" sz="3600" dirty="0"/>
          </a:p>
        </p:txBody>
      </p:sp>
      <p:sp>
        <p:nvSpPr>
          <p:cNvPr id="4" name="Titel 4">
            <a:extLst>
              <a:ext uri="{FF2B5EF4-FFF2-40B4-BE49-F238E27FC236}">
                <a16:creationId xmlns:a16="http://schemas.microsoft.com/office/drawing/2014/main" id="{3EC71A29-1FDD-2002-38B4-FCF7CB1334A6}"/>
              </a:ext>
            </a:extLst>
          </p:cNvPr>
          <p:cNvSpPr txBox="1">
            <a:spLocks/>
          </p:cNvSpPr>
          <p:nvPr/>
        </p:nvSpPr>
        <p:spPr>
          <a:xfrm>
            <a:off x="5394664" y="4925881"/>
            <a:ext cx="6942337" cy="13321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2"/>
                </a:solidFill>
                <a:latin typeface="Segoe UI" panose="020B0502040204020203" pitchFamily="34" charset="0"/>
                <a:ea typeface="+mj-ea"/>
                <a:cs typeface="Segoe UI" panose="020B0502040204020203" pitchFamily="34" charset="0"/>
              </a:defRPr>
            </a:lvl1pPr>
          </a:lstStyle>
          <a:p>
            <a:r>
              <a:rPr lang="de-DE" sz="2800" dirty="0"/>
              <a:t>zur Bewerbung beim Saarland </a:t>
            </a:r>
            <a:r>
              <a:rPr lang="de-DE" sz="2800" dirty="0" err="1"/>
              <a:t>Accelerator</a:t>
            </a:r>
            <a:r>
              <a:rPr lang="de-DE" sz="2800" dirty="0"/>
              <a:t> </a:t>
            </a:r>
          </a:p>
        </p:txBody>
      </p:sp>
    </p:spTree>
    <p:extLst>
      <p:ext uri="{BB962C8B-B14F-4D97-AF65-F5344CB8AC3E}">
        <p14:creationId xmlns:p14="http://schemas.microsoft.com/office/powerpoint/2010/main" val="43807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a:extLst>
              <a:ext uri="{FF2B5EF4-FFF2-40B4-BE49-F238E27FC236}">
                <a16:creationId xmlns:a16="http://schemas.microsoft.com/office/drawing/2014/main" id="{F89AE072-6795-4556-A184-DDDF60627F44}"/>
              </a:ext>
            </a:extLst>
          </p:cNvPr>
          <p:cNvSpPr>
            <a:spLocks noGrp="1"/>
          </p:cNvSpPr>
          <p:nvPr>
            <p:ph idx="1"/>
          </p:nvPr>
        </p:nvSpPr>
        <p:spPr>
          <a:xfrm>
            <a:off x="1630363" y="1345199"/>
            <a:ext cx="9154784" cy="4478552"/>
          </a:xfrm>
        </p:spPr>
        <p:txBody>
          <a:bodyPr>
            <a:normAutofit/>
          </a:bodyPr>
          <a:lstStyle/>
          <a:p>
            <a:pPr algn="ctr"/>
            <a:endParaRPr lang="de-DE" sz="1800" b="0" i="0" u="none" strike="noStrike" baseline="0" dirty="0">
              <a:solidFill>
                <a:srgbClr val="000000"/>
              </a:solidFill>
              <a:latin typeface="Segoe UI" panose="020B0502040204020203" pitchFamily="34" charset="0"/>
            </a:endParaRPr>
          </a:p>
          <a:p>
            <a:pPr marL="0" indent="0" algn="ctr">
              <a:buNone/>
            </a:pPr>
            <a:r>
              <a:rPr lang="de-DE" sz="1800" b="0" i="0" u="none" strike="noStrike" baseline="0" dirty="0">
                <a:latin typeface="Segoe UI" panose="020B0502040204020203" pitchFamily="34" charset="0"/>
              </a:rPr>
              <a:t>Die hier angegebenen Inhalte dienen der Inspiration der Gründer und orientieren sich an den typischen Vorlagen eines </a:t>
            </a:r>
            <a:r>
              <a:rPr lang="de-DE" sz="1800" b="0" i="0" u="none" strike="noStrike" baseline="0" dirty="0" err="1">
                <a:latin typeface="Segoe UI" panose="020B0502040204020203" pitchFamily="34" charset="0"/>
              </a:rPr>
              <a:t>Pitchdecks</a:t>
            </a:r>
            <a:r>
              <a:rPr lang="de-DE" sz="1800" b="0" i="0" u="none" strike="noStrike" baseline="0" dirty="0">
                <a:latin typeface="Segoe UI" panose="020B0502040204020203" pitchFamily="34" charset="0"/>
              </a:rPr>
              <a:t>. </a:t>
            </a:r>
          </a:p>
          <a:p>
            <a:pPr marL="0" indent="0" algn="ctr">
              <a:buNone/>
            </a:pPr>
            <a:endParaRPr lang="de-DE" sz="1800" b="0" i="0" u="none" strike="noStrike" baseline="0" dirty="0">
              <a:latin typeface="Segoe UI" panose="020B0502040204020203" pitchFamily="34" charset="0"/>
            </a:endParaRPr>
          </a:p>
          <a:p>
            <a:pPr marL="0" indent="0" algn="ctr">
              <a:buNone/>
            </a:pPr>
            <a:r>
              <a:rPr lang="de-DE" sz="1800" b="0" i="0" u="none" strike="noStrike" baseline="0" dirty="0">
                <a:latin typeface="Segoe UI" panose="020B0502040204020203" pitchFamily="34" charset="0"/>
              </a:rPr>
              <a:t>Die individuellen Gestaltungsmöglichkeiten sollen nicht eingeschränkt werden und selbstverständlich sind wir offen für jegliche Form von </a:t>
            </a:r>
            <a:r>
              <a:rPr lang="de-DE" sz="1800" b="0" i="0" u="none" strike="noStrike" baseline="0" dirty="0" err="1">
                <a:latin typeface="Segoe UI" panose="020B0502040204020203" pitchFamily="34" charset="0"/>
              </a:rPr>
              <a:t>Pitchdeck</a:t>
            </a:r>
            <a:r>
              <a:rPr lang="de-DE" sz="1800" b="0" i="0" u="none" strike="noStrike" baseline="0" dirty="0">
                <a:latin typeface="Segoe UI" panose="020B0502040204020203" pitchFamily="34" charset="0"/>
              </a:rPr>
              <a:t>. </a:t>
            </a:r>
            <a:endParaRPr lang="de-DE" altLang="de-DE" dirty="0"/>
          </a:p>
        </p:txBody>
      </p:sp>
      <p:sp>
        <p:nvSpPr>
          <p:cNvPr id="7" name="Datumsplatzhalter 6">
            <a:extLst>
              <a:ext uri="{FF2B5EF4-FFF2-40B4-BE49-F238E27FC236}">
                <a16:creationId xmlns:a16="http://schemas.microsoft.com/office/drawing/2014/main" id="{27E573E3-CA8B-4726-8FD2-55264B653F80}"/>
              </a:ext>
            </a:extLst>
          </p:cNvPr>
          <p:cNvSpPr>
            <a:spLocks noGrp="1"/>
          </p:cNvSpPr>
          <p:nvPr>
            <p:ph type="dt" sz="half" idx="12"/>
          </p:nvPr>
        </p:nvSpPr>
        <p:spPr/>
        <p:txBody>
          <a:bodyPr/>
          <a:lstStyle/>
          <a:p>
            <a:pPr>
              <a:defRPr/>
            </a:pPr>
            <a:fld id="{FD692876-4958-416A-BA15-561D60B330AF}" type="datetime1">
              <a:rPr lang="de-DE" smtClean="0"/>
              <a:t>23.03.2023</a:t>
            </a:fld>
            <a:endParaRPr lang="de-DE" dirty="0"/>
          </a:p>
        </p:txBody>
      </p:sp>
      <p:sp>
        <p:nvSpPr>
          <p:cNvPr id="8" name="Fußzeilenplatzhalter 7">
            <a:extLst>
              <a:ext uri="{FF2B5EF4-FFF2-40B4-BE49-F238E27FC236}">
                <a16:creationId xmlns:a16="http://schemas.microsoft.com/office/drawing/2014/main" id="{C8EC3255-37B9-494D-9302-C194C58F76DC}"/>
              </a:ext>
            </a:extLst>
          </p:cNvPr>
          <p:cNvSpPr>
            <a:spLocks noGrp="1"/>
          </p:cNvSpPr>
          <p:nvPr>
            <p:ph type="ftr" sz="quarter" idx="13"/>
          </p:nvPr>
        </p:nvSpPr>
        <p:spPr/>
        <p:txBody>
          <a:bodyPr/>
          <a:lstStyle/>
          <a:p>
            <a:pPr>
              <a:defRPr/>
            </a:pPr>
            <a:r>
              <a:rPr lang="de-DE" dirty="0"/>
              <a:t>Fußzeile</a:t>
            </a:r>
          </a:p>
        </p:txBody>
      </p:sp>
      <p:sp>
        <p:nvSpPr>
          <p:cNvPr id="9" name="Foliennummernplatzhalter 8">
            <a:extLst>
              <a:ext uri="{FF2B5EF4-FFF2-40B4-BE49-F238E27FC236}">
                <a16:creationId xmlns:a16="http://schemas.microsoft.com/office/drawing/2014/main" id="{C4FE404C-B550-4C71-BB71-8E9E2352F65E}"/>
              </a:ext>
            </a:extLst>
          </p:cNvPr>
          <p:cNvSpPr>
            <a:spLocks noGrp="1"/>
          </p:cNvSpPr>
          <p:nvPr>
            <p:ph type="sldNum" sz="quarter" idx="14"/>
          </p:nvPr>
        </p:nvSpPr>
        <p:spPr/>
        <p:txBody>
          <a:bodyPr/>
          <a:lstStyle/>
          <a:p>
            <a:pPr>
              <a:defRPr/>
            </a:pPr>
            <a:fld id="{9C26CF26-809F-407B-9122-BBEFC90D682E}" type="slidenum">
              <a:rPr lang="de-DE" altLang="de-DE" smtClean="0"/>
              <a:pPr>
                <a:defRPr/>
              </a:pPr>
              <a:t>2</a:t>
            </a:fld>
            <a:endParaRPr lang="de-DE" altLang="de-DE" dirty="0"/>
          </a:p>
        </p:txBody>
      </p:sp>
    </p:spTree>
    <p:extLst>
      <p:ext uri="{BB962C8B-B14F-4D97-AF65-F5344CB8AC3E}">
        <p14:creationId xmlns:p14="http://schemas.microsoft.com/office/powerpoint/2010/main" val="630598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7755428F-D4B1-40DA-A9D8-2CF8F75090EA}"/>
              </a:ext>
            </a:extLst>
          </p:cNvPr>
          <p:cNvSpPr>
            <a:spLocks noGrp="1"/>
          </p:cNvSpPr>
          <p:nvPr>
            <p:ph type="body" sz="quarter" idx="10"/>
          </p:nvPr>
        </p:nvSpPr>
        <p:spPr/>
        <p:txBody>
          <a:bodyPr/>
          <a:lstStyle/>
          <a:p>
            <a:r>
              <a:rPr lang="de-DE" altLang="de-DE" dirty="0"/>
              <a:t>Aufbau</a:t>
            </a:r>
          </a:p>
        </p:txBody>
      </p:sp>
      <p:sp>
        <p:nvSpPr>
          <p:cNvPr id="6" name="Inhaltsplatzhalter 5">
            <a:extLst>
              <a:ext uri="{FF2B5EF4-FFF2-40B4-BE49-F238E27FC236}">
                <a16:creationId xmlns:a16="http://schemas.microsoft.com/office/drawing/2014/main" id="{F89AE072-6795-4556-A184-DDDF60627F44}"/>
              </a:ext>
            </a:extLst>
          </p:cNvPr>
          <p:cNvSpPr>
            <a:spLocks noGrp="1"/>
          </p:cNvSpPr>
          <p:nvPr>
            <p:ph idx="1"/>
          </p:nvPr>
        </p:nvSpPr>
        <p:spPr/>
        <p:txBody>
          <a:bodyPr>
            <a:normAutofit/>
          </a:bodyPr>
          <a:lstStyle/>
          <a:p>
            <a:pPr marL="0" indent="0">
              <a:buNone/>
            </a:pPr>
            <a:endParaRPr lang="de-DE" sz="1800" b="0" i="0" u="none" strike="noStrike" baseline="0" dirty="0">
              <a:latin typeface="Symbol" panose="05050102010706020507" pitchFamily="18" charset="2"/>
            </a:endParaRPr>
          </a:p>
          <a:p>
            <a:r>
              <a:rPr lang="de-DE" sz="1800" b="0" i="0" u="none" strike="noStrike" baseline="0" dirty="0">
                <a:latin typeface="Segoe UI" panose="020B0502040204020203" pitchFamily="34" charset="0"/>
              </a:rPr>
              <a:t>Problem </a:t>
            </a:r>
          </a:p>
          <a:p>
            <a:r>
              <a:rPr lang="de-DE" sz="1800" b="0" i="0" u="none" strike="noStrike" baseline="0" dirty="0">
                <a:latin typeface="Segoe UI" panose="020B0502040204020203" pitchFamily="34" charset="0"/>
              </a:rPr>
              <a:t>Lösung </a:t>
            </a:r>
          </a:p>
          <a:p>
            <a:r>
              <a:rPr lang="de-DE" sz="1800" b="0" i="0" u="none" strike="noStrike" baseline="0" dirty="0">
                <a:latin typeface="Segoe UI" panose="020B0502040204020203" pitchFamily="34" charset="0"/>
              </a:rPr>
              <a:t>Markt und Wettbewerb </a:t>
            </a:r>
          </a:p>
          <a:p>
            <a:r>
              <a:rPr lang="de-DE" sz="1800" b="0" i="0" u="none" strike="noStrike" baseline="0" dirty="0">
                <a:latin typeface="Segoe UI" panose="020B0502040204020203" pitchFamily="34" charset="0"/>
              </a:rPr>
              <a:t>Geschäftsmodell </a:t>
            </a:r>
          </a:p>
          <a:p>
            <a:r>
              <a:rPr lang="de-DE" sz="1800" b="0" i="0" u="none" strike="noStrike" baseline="0" dirty="0">
                <a:latin typeface="Segoe UI" panose="020B0502040204020203" pitchFamily="34" charset="0"/>
              </a:rPr>
              <a:t>Köpfe </a:t>
            </a:r>
          </a:p>
          <a:p>
            <a:r>
              <a:rPr lang="de-DE" sz="1800" b="0" i="0" u="none" strike="noStrike" baseline="0" dirty="0">
                <a:latin typeface="Segoe UI" panose="020B0502040204020203" pitchFamily="34" charset="0"/>
              </a:rPr>
              <a:t>Stand der Dinge </a:t>
            </a:r>
          </a:p>
          <a:p>
            <a:r>
              <a:rPr lang="de-DE" sz="1800" b="0" i="0" u="none" strike="noStrike" baseline="0" dirty="0">
                <a:latin typeface="Segoe UI" panose="020B0502040204020203" pitchFamily="34" charset="0"/>
              </a:rPr>
              <a:t>Bedarf </a:t>
            </a:r>
          </a:p>
          <a:p>
            <a:pPr marL="0" lvl="0" defTabSz="457200" eaLnBrk="0" fontAlgn="base" hangingPunct="0">
              <a:spcBef>
                <a:spcPct val="20000"/>
              </a:spcBef>
              <a:spcAft>
                <a:spcPct val="0"/>
              </a:spcAft>
              <a:buNone/>
            </a:pPr>
            <a:endParaRPr lang="de-DE" altLang="de-DE" dirty="0"/>
          </a:p>
        </p:txBody>
      </p:sp>
      <p:sp>
        <p:nvSpPr>
          <p:cNvPr id="7" name="Datumsplatzhalter 6">
            <a:extLst>
              <a:ext uri="{FF2B5EF4-FFF2-40B4-BE49-F238E27FC236}">
                <a16:creationId xmlns:a16="http://schemas.microsoft.com/office/drawing/2014/main" id="{27E573E3-CA8B-4726-8FD2-55264B653F80}"/>
              </a:ext>
            </a:extLst>
          </p:cNvPr>
          <p:cNvSpPr>
            <a:spLocks noGrp="1"/>
          </p:cNvSpPr>
          <p:nvPr>
            <p:ph type="dt" sz="half" idx="12"/>
          </p:nvPr>
        </p:nvSpPr>
        <p:spPr/>
        <p:txBody>
          <a:bodyPr/>
          <a:lstStyle/>
          <a:p>
            <a:pPr>
              <a:defRPr/>
            </a:pPr>
            <a:fld id="{FD692876-4958-416A-BA15-561D60B330AF}" type="datetime1">
              <a:rPr lang="de-DE" smtClean="0"/>
              <a:t>23.03.2023</a:t>
            </a:fld>
            <a:endParaRPr lang="de-DE" dirty="0"/>
          </a:p>
        </p:txBody>
      </p:sp>
      <p:sp>
        <p:nvSpPr>
          <p:cNvPr id="8" name="Fußzeilenplatzhalter 7">
            <a:extLst>
              <a:ext uri="{FF2B5EF4-FFF2-40B4-BE49-F238E27FC236}">
                <a16:creationId xmlns:a16="http://schemas.microsoft.com/office/drawing/2014/main" id="{C8EC3255-37B9-494D-9302-C194C58F76DC}"/>
              </a:ext>
            </a:extLst>
          </p:cNvPr>
          <p:cNvSpPr>
            <a:spLocks noGrp="1"/>
          </p:cNvSpPr>
          <p:nvPr>
            <p:ph type="ftr" sz="quarter" idx="13"/>
          </p:nvPr>
        </p:nvSpPr>
        <p:spPr/>
        <p:txBody>
          <a:bodyPr/>
          <a:lstStyle/>
          <a:p>
            <a:pPr>
              <a:defRPr/>
            </a:pPr>
            <a:r>
              <a:rPr lang="de-DE" dirty="0"/>
              <a:t>Fußzeile</a:t>
            </a:r>
          </a:p>
        </p:txBody>
      </p:sp>
      <p:sp>
        <p:nvSpPr>
          <p:cNvPr id="9" name="Foliennummernplatzhalter 8">
            <a:extLst>
              <a:ext uri="{FF2B5EF4-FFF2-40B4-BE49-F238E27FC236}">
                <a16:creationId xmlns:a16="http://schemas.microsoft.com/office/drawing/2014/main" id="{C4FE404C-B550-4C71-BB71-8E9E2352F65E}"/>
              </a:ext>
            </a:extLst>
          </p:cNvPr>
          <p:cNvSpPr>
            <a:spLocks noGrp="1"/>
          </p:cNvSpPr>
          <p:nvPr>
            <p:ph type="sldNum" sz="quarter" idx="14"/>
          </p:nvPr>
        </p:nvSpPr>
        <p:spPr/>
        <p:txBody>
          <a:bodyPr/>
          <a:lstStyle/>
          <a:p>
            <a:pPr>
              <a:defRPr/>
            </a:pPr>
            <a:fld id="{9C26CF26-809F-407B-9122-BBEFC90D682E}" type="slidenum">
              <a:rPr lang="de-DE" altLang="de-DE" smtClean="0"/>
              <a:pPr>
                <a:defRPr/>
              </a:pPr>
              <a:t>3</a:t>
            </a:fld>
            <a:endParaRPr lang="de-DE" altLang="de-DE" dirty="0"/>
          </a:p>
        </p:txBody>
      </p:sp>
    </p:spTree>
    <p:extLst>
      <p:ext uri="{BB962C8B-B14F-4D97-AF65-F5344CB8AC3E}">
        <p14:creationId xmlns:p14="http://schemas.microsoft.com/office/powerpoint/2010/main" val="1635155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7755428F-D4B1-40DA-A9D8-2CF8F75090EA}"/>
              </a:ext>
            </a:extLst>
          </p:cNvPr>
          <p:cNvSpPr>
            <a:spLocks noGrp="1"/>
          </p:cNvSpPr>
          <p:nvPr>
            <p:ph type="body" sz="quarter" idx="10"/>
          </p:nvPr>
        </p:nvSpPr>
        <p:spPr/>
        <p:txBody>
          <a:bodyPr/>
          <a:lstStyle/>
          <a:p>
            <a:r>
              <a:rPr lang="de-DE" altLang="de-DE" dirty="0"/>
              <a:t>Problem – Lösung - Markt</a:t>
            </a:r>
          </a:p>
        </p:txBody>
      </p:sp>
      <p:sp>
        <p:nvSpPr>
          <p:cNvPr id="6" name="Inhaltsplatzhalter 5">
            <a:extLst>
              <a:ext uri="{FF2B5EF4-FFF2-40B4-BE49-F238E27FC236}">
                <a16:creationId xmlns:a16="http://schemas.microsoft.com/office/drawing/2014/main" id="{F89AE072-6795-4556-A184-DDDF60627F44}"/>
              </a:ext>
            </a:extLst>
          </p:cNvPr>
          <p:cNvSpPr>
            <a:spLocks noGrp="1"/>
          </p:cNvSpPr>
          <p:nvPr>
            <p:ph idx="1"/>
          </p:nvPr>
        </p:nvSpPr>
        <p:spPr>
          <a:xfrm>
            <a:off x="1518608" y="2024491"/>
            <a:ext cx="9154784" cy="3342211"/>
          </a:xfrm>
        </p:spPr>
        <p:txBody>
          <a:bodyPr>
            <a:normAutofit/>
          </a:bodyPr>
          <a:lstStyle/>
          <a:p>
            <a:r>
              <a:rPr lang="de-DE" sz="1800" b="0" i="0" u="none" strike="noStrike" baseline="0" dirty="0">
                <a:latin typeface="Segoe UI" panose="020B0502040204020203" pitchFamily="34" charset="0"/>
              </a:rPr>
              <a:t>Welche Kunden/Nutzer haben welches Problem? Wie wird es bisher gelöst? </a:t>
            </a:r>
          </a:p>
          <a:p>
            <a:r>
              <a:rPr lang="de-DE" sz="1800" b="0" i="0" u="none" strike="noStrike" baseline="0" dirty="0">
                <a:latin typeface="Segoe UI" panose="020B0502040204020203" pitchFamily="34" charset="0"/>
              </a:rPr>
              <a:t>Wertversprechen: Zeit und/oder Geld? Alleinstellungsmerkmal </a:t>
            </a:r>
          </a:p>
          <a:p>
            <a:r>
              <a:rPr lang="de-DE" sz="1800" b="0" i="0" u="none" strike="noStrike" baseline="0" dirty="0">
                <a:latin typeface="Segoe UI" panose="020B0502040204020203" pitchFamily="34" charset="0"/>
              </a:rPr>
              <a:t>Ist das Problem eines der drei relevantesten für die Zielgruppe </a:t>
            </a:r>
          </a:p>
          <a:p>
            <a:r>
              <a:rPr lang="de-DE" sz="1800" b="0" i="0" u="none" strike="noStrike" baseline="0" dirty="0">
                <a:latin typeface="Segoe UI" panose="020B0502040204020203" pitchFamily="34" charset="0"/>
              </a:rPr>
              <a:t>Größe und Wachstum des Marktes (zuverlässige Quellen) </a:t>
            </a:r>
            <a:endParaRPr lang="de-DE" altLang="de-DE" dirty="0"/>
          </a:p>
        </p:txBody>
      </p:sp>
      <p:sp>
        <p:nvSpPr>
          <p:cNvPr id="7" name="Datumsplatzhalter 6">
            <a:extLst>
              <a:ext uri="{FF2B5EF4-FFF2-40B4-BE49-F238E27FC236}">
                <a16:creationId xmlns:a16="http://schemas.microsoft.com/office/drawing/2014/main" id="{27E573E3-CA8B-4726-8FD2-55264B653F80}"/>
              </a:ext>
            </a:extLst>
          </p:cNvPr>
          <p:cNvSpPr>
            <a:spLocks noGrp="1"/>
          </p:cNvSpPr>
          <p:nvPr>
            <p:ph type="dt" sz="half" idx="12"/>
          </p:nvPr>
        </p:nvSpPr>
        <p:spPr/>
        <p:txBody>
          <a:bodyPr/>
          <a:lstStyle/>
          <a:p>
            <a:pPr>
              <a:defRPr/>
            </a:pPr>
            <a:fld id="{FD692876-4958-416A-BA15-561D60B330AF}" type="datetime1">
              <a:rPr lang="de-DE" smtClean="0"/>
              <a:t>23.03.2023</a:t>
            </a:fld>
            <a:endParaRPr lang="de-DE" dirty="0"/>
          </a:p>
        </p:txBody>
      </p:sp>
      <p:sp>
        <p:nvSpPr>
          <p:cNvPr id="8" name="Fußzeilenplatzhalter 7">
            <a:extLst>
              <a:ext uri="{FF2B5EF4-FFF2-40B4-BE49-F238E27FC236}">
                <a16:creationId xmlns:a16="http://schemas.microsoft.com/office/drawing/2014/main" id="{C8EC3255-37B9-494D-9302-C194C58F76DC}"/>
              </a:ext>
            </a:extLst>
          </p:cNvPr>
          <p:cNvSpPr>
            <a:spLocks noGrp="1"/>
          </p:cNvSpPr>
          <p:nvPr>
            <p:ph type="ftr" sz="quarter" idx="13"/>
          </p:nvPr>
        </p:nvSpPr>
        <p:spPr/>
        <p:txBody>
          <a:bodyPr/>
          <a:lstStyle/>
          <a:p>
            <a:pPr>
              <a:defRPr/>
            </a:pPr>
            <a:r>
              <a:rPr lang="de-DE" dirty="0"/>
              <a:t>Fußzeile</a:t>
            </a:r>
          </a:p>
        </p:txBody>
      </p:sp>
      <p:sp>
        <p:nvSpPr>
          <p:cNvPr id="9" name="Foliennummernplatzhalter 8">
            <a:extLst>
              <a:ext uri="{FF2B5EF4-FFF2-40B4-BE49-F238E27FC236}">
                <a16:creationId xmlns:a16="http://schemas.microsoft.com/office/drawing/2014/main" id="{C4FE404C-B550-4C71-BB71-8E9E2352F65E}"/>
              </a:ext>
            </a:extLst>
          </p:cNvPr>
          <p:cNvSpPr>
            <a:spLocks noGrp="1"/>
          </p:cNvSpPr>
          <p:nvPr>
            <p:ph type="sldNum" sz="quarter" idx="14"/>
          </p:nvPr>
        </p:nvSpPr>
        <p:spPr/>
        <p:txBody>
          <a:bodyPr/>
          <a:lstStyle/>
          <a:p>
            <a:pPr>
              <a:defRPr/>
            </a:pPr>
            <a:fld id="{9C26CF26-809F-407B-9122-BBEFC90D682E}" type="slidenum">
              <a:rPr lang="de-DE" altLang="de-DE" smtClean="0"/>
              <a:pPr>
                <a:defRPr/>
              </a:pPr>
              <a:t>4</a:t>
            </a:fld>
            <a:endParaRPr lang="de-DE" altLang="de-DE" dirty="0"/>
          </a:p>
        </p:txBody>
      </p:sp>
    </p:spTree>
    <p:extLst>
      <p:ext uri="{BB962C8B-B14F-4D97-AF65-F5344CB8AC3E}">
        <p14:creationId xmlns:p14="http://schemas.microsoft.com/office/powerpoint/2010/main" val="1986399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7755428F-D4B1-40DA-A9D8-2CF8F75090EA}"/>
              </a:ext>
            </a:extLst>
          </p:cNvPr>
          <p:cNvSpPr>
            <a:spLocks noGrp="1"/>
          </p:cNvSpPr>
          <p:nvPr>
            <p:ph type="body" sz="quarter" idx="10"/>
          </p:nvPr>
        </p:nvSpPr>
        <p:spPr/>
        <p:txBody>
          <a:bodyPr/>
          <a:lstStyle/>
          <a:p>
            <a:r>
              <a:rPr lang="de-DE" altLang="de-DE" dirty="0"/>
              <a:t>Wettbewerb - Geschäftsmodell</a:t>
            </a:r>
          </a:p>
        </p:txBody>
      </p:sp>
      <p:sp>
        <p:nvSpPr>
          <p:cNvPr id="6" name="Inhaltsplatzhalter 5">
            <a:extLst>
              <a:ext uri="{FF2B5EF4-FFF2-40B4-BE49-F238E27FC236}">
                <a16:creationId xmlns:a16="http://schemas.microsoft.com/office/drawing/2014/main" id="{F89AE072-6795-4556-A184-DDDF60627F44}"/>
              </a:ext>
            </a:extLst>
          </p:cNvPr>
          <p:cNvSpPr>
            <a:spLocks noGrp="1"/>
          </p:cNvSpPr>
          <p:nvPr>
            <p:ph idx="1"/>
          </p:nvPr>
        </p:nvSpPr>
        <p:spPr>
          <a:xfrm>
            <a:off x="1603730" y="1710324"/>
            <a:ext cx="9154784" cy="3688440"/>
          </a:xfrm>
        </p:spPr>
        <p:txBody>
          <a:bodyPr>
            <a:normAutofit/>
          </a:bodyPr>
          <a:lstStyle/>
          <a:p>
            <a:pPr algn="l"/>
            <a:endParaRPr lang="de-DE" sz="1800" b="0" i="0" u="none" strike="noStrike" baseline="0" dirty="0">
              <a:solidFill>
                <a:srgbClr val="000000"/>
              </a:solidFill>
              <a:latin typeface="Segoe UI" panose="020B0502040204020203" pitchFamily="34" charset="0"/>
            </a:endParaRPr>
          </a:p>
          <a:p>
            <a:r>
              <a:rPr lang="de-DE" sz="1800" b="0" i="0" u="none" strike="noStrike" baseline="0" dirty="0">
                <a:latin typeface="Segoe UI" panose="020B0502040204020203" pitchFamily="34" charset="0"/>
              </a:rPr>
              <a:t>Aktuelle und zukünftige Wettbewerber. Seid ehrlich! Visualisiert! </a:t>
            </a:r>
          </a:p>
          <a:p>
            <a:r>
              <a:rPr lang="de-DE" sz="1800" b="0" i="0" u="none" strike="noStrike" baseline="0" dirty="0">
                <a:latin typeface="Segoe UI" panose="020B0502040204020203" pitchFamily="34" charset="0"/>
              </a:rPr>
              <a:t>Wo und wie kommt Ihr an Geld? Wann und wie schreibt Ihr Gewinne? </a:t>
            </a:r>
            <a:endParaRPr lang="de-DE" altLang="de-DE" dirty="0"/>
          </a:p>
        </p:txBody>
      </p:sp>
      <p:sp>
        <p:nvSpPr>
          <p:cNvPr id="7" name="Datumsplatzhalter 6">
            <a:extLst>
              <a:ext uri="{FF2B5EF4-FFF2-40B4-BE49-F238E27FC236}">
                <a16:creationId xmlns:a16="http://schemas.microsoft.com/office/drawing/2014/main" id="{27E573E3-CA8B-4726-8FD2-55264B653F80}"/>
              </a:ext>
            </a:extLst>
          </p:cNvPr>
          <p:cNvSpPr>
            <a:spLocks noGrp="1"/>
          </p:cNvSpPr>
          <p:nvPr>
            <p:ph type="dt" sz="half" idx="12"/>
          </p:nvPr>
        </p:nvSpPr>
        <p:spPr/>
        <p:txBody>
          <a:bodyPr/>
          <a:lstStyle/>
          <a:p>
            <a:pPr>
              <a:defRPr/>
            </a:pPr>
            <a:fld id="{FD692876-4958-416A-BA15-561D60B330AF}" type="datetime1">
              <a:rPr lang="de-DE" smtClean="0"/>
              <a:t>23.03.2023</a:t>
            </a:fld>
            <a:endParaRPr lang="de-DE" dirty="0"/>
          </a:p>
        </p:txBody>
      </p:sp>
      <p:sp>
        <p:nvSpPr>
          <p:cNvPr id="8" name="Fußzeilenplatzhalter 7">
            <a:extLst>
              <a:ext uri="{FF2B5EF4-FFF2-40B4-BE49-F238E27FC236}">
                <a16:creationId xmlns:a16="http://schemas.microsoft.com/office/drawing/2014/main" id="{C8EC3255-37B9-494D-9302-C194C58F76DC}"/>
              </a:ext>
            </a:extLst>
          </p:cNvPr>
          <p:cNvSpPr>
            <a:spLocks noGrp="1"/>
          </p:cNvSpPr>
          <p:nvPr>
            <p:ph type="ftr" sz="quarter" idx="13"/>
          </p:nvPr>
        </p:nvSpPr>
        <p:spPr/>
        <p:txBody>
          <a:bodyPr/>
          <a:lstStyle/>
          <a:p>
            <a:pPr>
              <a:defRPr/>
            </a:pPr>
            <a:r>
              <a:rPr lang="de-DE" dirty="0"/>
              <a:t>Fußzeile</a:t>
            </a:r>
          </a:p>
        </p:txBody>
      </p:sp>
      <p:sp>
        <p:nvSpPr>
          <p:cNvPr id="9" name="Foliennummernplatzhalter 8">
            <a:extLst>
              <a:ext uri="{FF2B5EF4-FFF2-40B4-BE49-F238E27FC236}">
                <a16:creationId xmlns:a16="http://schemas.microsoft.com/office/drawing/2014/main" id="{C4FE404C-B550-4C71-BB71-8E9E2352F65E}"/>
              </a:ext>
            </a:extLst>
          </p:cNvPr>
          <p:cNvSpPr>
            <a:spLocks noGrp="1"/>
          </p:cNvSpPr>
          <p:nvPr>
            <p:ph type="sldNum" sz="quarter" idx="14"/>
          </p:nvPr>
        </p:nvSpPr>
        <p:spPr/>
        <p:txBody>
          <a:bodyPr/>
          <a:lstStyle/>
          <a:p>
            <a:pPr>
              <a:defRPr/>
            </a:pPr>
            <a:fld id="{9C26CF26-809F-407B-9122-BBEFC90D682E}" type="slidenum">
              <a:rPr lang="de-DE" altLang="de-DE" smtClean="0"/>
              <a:pPr>
                <a:defRPr/>
              </a:pPr>
              <a:t>5</a:t>
            </a:fld>
            <a:endParaRPr lang="de-DE" altLang="de-DE" dirty="0"/>
          </a:p>
        </p:txBody>
      </p:sp>
    </p:spTree>
    <p:extLst>
      <p:ext uri="{BB962C8B-B14F-4D97-AF65-F5344CB8AC3E}">
        <p14:creationId xmlns:p14="http://schemas.microsoft.com/office/powerpoint/2010/main" val="2245233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7755428F-D4B1-40DA-A9D8-2CF8F75090EA}"/>
              </a:ext>
            </a:extLst>
          </p:cNvPr>
          <p:cNvSpPr>
            <a:spLocks noGrp="1"/>
          </p:cNvSpPr>
          <p:nvPr>
            <p:ph type="body" sz="quarter" idx="10"/>
          </p:nvPr>
        </p:nvSpPr>
        <p:spPr/>
        <p:txBody>
          <a:bodyPr/>
          <a:lstStyle/>
          <a:p>
            <a:r>
              <a:rPr lang="de-DE" altLang="de-DE" dirty="0"/>
              <a:t>Köpfe</a:t>
            </a:r>
          </a:p>
        </p:txBody>
      </p:sp>
      <p:sp>
        <p:nvSpPr>
          <p:cNvPr id="6" name="Inhaltsplatzhalter 5">
            <a:extLst>
              <a:ext uri="{FF2B5EF4-FFF2-40B4-BE49-F238E27FC236}">
                <a16:creationId xmlns:a16="http://schemas.microsoft.com/office/drawing/2014/main" id="{F89AE072-6795-4556-A184-DDDF60627F44}"/>
              </a:ext>
            </a:extLst>
          </p:cNvPr>
          <p:cNvSpPr>
            <a:spLocks noGrp="1"/>
          </p:cNvSpPr>
          <p:nvPr>
            <p:ph idx="1"/>
          </p:nvPr>
        </p:nvSpPr>
        <p:spPr/>
        <p:txBody>
          <a:bodyPr>
            <a:normAutofit/>
          </a:bodyPr>
          <a:lstStyle/>
          <a:p>
            <a:pPr algn="l"/>
            <a:endParaRPr lang="de-DE" sz="1800" b="0" i="0" u="none" strike="noStrike" baseline="0" dirty="0">
              <a:solidFill>
                <a:srgbClr val="000000"/>
              </a:solidFill>
              <a:latin typeface="Segoe UI" panose="020B0502040204020203" pitchFamily="34" charset="0"/>
            </a:endParaRPr>
          </a:p>
          <a:p>
            <a:r>
              <a:rPr lang="de-DE" sz="1800" b="0" i="0" u="none" strike="noStrike" baseline="0" dirty="0">
                <a:latin typeface="Segoe UI" panose="020B0502040204020203" pitchFamily="34" charset="0"/>
              </a:rPr>
              <a:t>Investitionen gehen immer ins Team. Ergänzt Euch, zeigt Erfahrung, steht hinter der Idee, und vor allen Dingen: habt Bock auf das, was Ihr tut! Immer. Egal was passiert. Zeigt das ihr das Team seid, das es verdient hat, am Saarland </a:t>
            </a:r>
            <a:r>
              <a:rPr lang="de-DE" sz="1800" b="0" i="0" u="none" strike="noStrike" baseline="0" dirty="0" err="1">
                <a:latin typeface="Segoe UI" panose="020B0502040204020203" pitchFamily="34" charset="0"/>
              </a:rPr>
              <a:t>Accelerator</a:t>
            </a:r>
            <a:r>
              <a:rPr lang="de-DE" sz="1800" b="0" i="0" u="none" strike="noStrike" baseline="0" dirty="0">
                <a:latin typeface="Segoe UI" panose="020B0502040204020203" pitchFamily="34" charset="0"/>
              </a:rPr>
              <a:t> teilzunehmen. </a:t>
            </a:r>
            <a:endParaRPr lang="de-DE" altLang="de-DE" dirty="0"/>
          </a:p>
        </p:txBody>
      </p:sp>
      <p:sp>
        <p:nvSpPr>
          <p:cNvPr id="7" name="Datumsplatzhalter 6">
            <a:extLst>
              <a:ext uri="{FF2B5EF4-FFF2-40B4-BE49-F238E27FC236}">
                <a16:creationId xmlns:a16="http://schemas.microsoft.com/office/drawing/2014/main" id="{27E573E3-CA8B-4726-8FD2-55264B653F80}"/>
              </a:ext>
            </a:extLst>
          </p:cNvPr>
          <p:cNvSpPr>
            <a:spLocks noGrp="1"/>
          </p:cNvSpPr>
          <p:nvPr>
            <p:ph type="dt" sz="half" idx="12"/>
          </p:nvPr>
        </p:nvSpPr>
        <p:spPr/>
        <p:txBody>
          <a:bodyPr/>
          <a:lstStyle/>
          <a:p>
            <a:pPr>
              <a:defRPr/>
            </a:pPr>
            <a:fld id="{FD692876-4958-416A-BA15-561D60B330AF}" type="datetime1">
              <a:rPr lang="de-DE" smtClean="0"/>
              <a:t>23.03.2023</a:t>
            </a:fld>
            <a:endParaRPr lang="de-DE" dirty="0"/>
          </a:p>
        </p:txBody>
      </p:sp>
      <p:sp>
        <p:nvSpPr>
          <p:cNvPr id="8" name="Fußzeilenplatzhalter 7">
            <a:extLst>
              <a:ext uri="{FF2B5EF4-FFF2-40B4-BE49-F238E27FC236}">
                <a16:creationId xmlns:a16="http://schemas.microsoft.com/office/drawing/2014/main" id="{C8EC3255-37B9-494D-9302-C194C58F76DC}"/>
              </a:ext>
            </a:extLst>
          </p:cNvPr>
          <p:cNvSpPr>
            <a:spLocks noGrp="1"/>
          </p:cNvSpPr>
          <p:nvPr>
            <p:ph type="ftr" sz="quarter" idx="13"/>
          </p:nvPr>
        </p:nvSpPr>
        <p:spPr/>
        <p:txBody>
          <a:bodyPr/>
          <a:lstStyle/>
          <a:p>
            <a:pPr>
              <a:defRPr/>
            </a:pPr>
            <a:r>
              <a:rPr lang="de-DE" dirty="0"/>
              <a:t>Fußzeile</a:t>
            </a:r>
          </a:p>
        </p:txBody>
      </p:sp>
      <p:sp>
        <p:nvSpPr>
          <p:cNvPr id="9" name="Foliennummernplatzhalter 8">
            <a:extLst>
              <a:ext uri="{FF2B5EF4-FFF2-40B4-BE49-F238E27FC236}">
                <a16:creationId xmlns:a16="http://schemas.microsoft.com/office/drawing/2014/main" id="{C4FE404C-B550-4C71-BB71-8E9E2352F65E}"/>
              </a:ext>
            </a:extLst>
          </p:cNvPr>
          <p:cNvSpPr>
            <a:spLocks noGrp="1"/>
          </p:cNvSpPr>
          <p:nvPr>
            <p:ph type="sldNum" sz="quarter" idx="14"/>
          </p:nvPr>
        </p:nvSpPr>
        <p:spPr/>
        <p:txBody>
          <a:bodyPr/>
          <a:lstStyle/>
          <a:p>
            <a:pPr>
              <a:defRPr/>
            </a:pPr>
            <a:fld id="{9C26CF26-809F-407B-9122-BBEFC90D682E}" type="slidenum">
              <a:rPr lang="de-DE" altLang="de-DE" smtClean="0"/>
              <a:pPr>
                <a:defRPr/>
              </a:pPr>
              <a:t>6</a:t>
            </a:fld>
            <a:endParaRPr lang="de-DE" altLang="de-DE" dirty="0"/>
          </a:p>
        </p:txBody>
      </p:sp>
    </p:spTree>
    <p:extLst>
      <p:ext uri="{BB962C8B-B14F-4D97-AF65-F5344CB8AC3E}">
        <p14:creationId xmlns:p14="http://schemas.microsoft.com/office/powerpoint/2010/main" val="3832583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7755428F-D4B1-40DA-A9D8-2CF8F75090EA}"/>
              </a:ext>
            </a:extLst>
          </p:cNvPr>
          <p:cNvSpPr>
            <a:spLocks noGrp="1"/>
          </p:cNvSpPr>
          <p:nvPr>
            <p:ph type="body" sz="quarter" idx="10"/>
          </p:nvPr>
        </p:nvSpPr>
        <p:spPr/>
        <p:txBody>
          <a:bodyPr/>
          <a:lstStyle/>
          <a:p>
            <a:r>
              <a:rPr lang="de-DE" altLang="de-DE" dirty="0"/>
              <a:t>Stand der Dinge und Bedarf</a:t>
            </a:r>
          </a:p>
        </p:txBody>
      </p:sp>
      <p:sp>
        <p:nvSpPr>
          <p:cNvPr id="6" name="Inhaltsplatzhalter 5">
            <a:extLst>
              <a:ext uri="{FF2B5EF4-FFF2-40B4-BE49-F238E27FC236}">
                <a16:creationId xmlns:a16="http://schemas.microsoft.com/office/drawing/2014/main" id="{F89AE072-6795-4556-A184-DDDF60627F44}"/>
              </a:ext>
            </a:extLst>
          </p:cNvPr>
          <p:cNvSpPr>
            <a:spLocks noGrp="1"/>
          </p:cNvSpPr>
          <p:nvPr>
            <p:ph idx="1"/>
          </p:nvPr>
        </p:nvSpPr>
        <p:spPr>
          <a:xfrm>
            <a:off x="1630363" y="1233996"/>
            <a:ext cx="9154784" cy="4492101"/>
          </a:xfrm>
        </p:spPr>
        <p:txBody>
          <a:bodyPr>
            <a:normAutofit/>
          </a:bodyPr>
          <a:lstStyle/>
          <a:p>
            <a:pPr marL="0" indent="0" algn="l">
              <a:buNone/>
            </a:pPr>
            <a:endParaRPr lang="de-DE" sz="1800" b="0" i="0" u="none" strike="noStrike" baseline="0" dirty="0">
              <a:solidFill>
                <a:srgbClr val="000000"/>
              </a:solidFill>
              <a:latin typeface="Segoe UI" panose="020B0502040204020203" pitchFamily="34" charset="0"/>
            </a:endParaRPr>
          </a:p>
          <a:p>
            <a:r>
              <a:rPr lang="de-DE" sz="1800" b="0" i="0" u="none" strike="noStrike" baseline="0" dirty="0">
                <a:latin typeface="Segoe UI" panose="020B0502040204020203" pitchFamily="34" charset="0"/>
              </a:rPr>
              <a:t>Wo steht ihr aktuell, wo geht ihr hin? Was habt Ihr bisher investiert? Wie sieht die aktuelle Struktur aus? </a:t>
            </a:r>
          </a:p>
          <a:p>
            <a:r>
              <a:rPr lang="de-DE" sz="1800" b="0" i="0" u="none" strike="noStrike" baseline="0" dirty="0">
                <a:latin typeface="Segoe UI" panose="020B0502040204020203" pitchFamily="34" charset="0"/>
              </a:rPr>
              <a:t>Was sind eure Ziele, die ihr in dem dreimonatigen Programm erreichen wollt? Was sind die Punkte, die ihr bearbeiten wollt und wo ihr Unterstützung annehmen wollt? Wo benötigt ihr aktuell Hilfestellungen? Welches Coaching bringt euch zielgerichtet voran? </a:t>
            </a:r>
            <a:endParaRPr lang="de-DE" altLang="de-DE" dirty="0"/>
          </a:p>
        </p:txBody>
      </p:sp>
      <p:sp>
        <p:nvSpPr>
          <p:cNvPr id="7" name="Datumsplatzhalter 6">
            <a:extLst>
              <a:ext uri="{FF2B5EF4-FFF2-40B4-BE49-F238E27FC236}">
                <a16:creationId xmlns:a16="http://schemas.microsoft.com/office/drawing/2014/main" id="{27E573E3-CA8B-4726-8FD2-55264B653F80}"/>
              </a:ext>
            </a:extLst>
          </p:cNvPr>
          <p:cNvSpPr>
            <a:spLocks noGrp="1"/>
          </p:cNvSpPr>
          <p:nvPr>
            <p:ph type="dt" sz="half" idx="12"/>
          </p:nvPr>
        </p:nvSpPr>
        <p:spPr/>
        <p:txBody>
          <a:bodyPr/>
          <a:lstStyle/>
          <a:p>
            <a:pPr>
              <a:defRPr/>
            </a:pPr>
            <a:fld id="{FD692876-4958-416A-BA15-561D60B330AF}" type="datetime1">
              <a:rPr lang="de-DE" smtClean="0"/>
              <a:t>23.03.2023</a:t>
            </a:fld>
            <a:endParaRPr lang="de-DE" dirty="0"/>
          </a:p>
        </p:txBody>
      </p:sp>
      <p:sp>
        <p:nvSpPr>
          <p:cNvPr id="8" name="Fußzeilenplatzhalter 7">
            <a:extLst>
              <a:ext uri="{FF2B5EF4-FFF2-40B4-BE49-F238E27FC236}">
                <a16:creationId xmlns:a16="http://schemas.microsoft.com/office/drawing/2014/main" id="{C8EC3255-37B9-494D-9302-C194C58F76DC}"/>
              </a:ext>
            </a:extLst>
          </p:cNvPr>
          <p:cNvSpPr>
            <a:spLocks noGrp="1"/>
          </p:cNvSpPr>
          <p:nvPr>
            <p:ph type="ftr" sz="quarter" idx="13"/>
          </p:nvPr>
        </p:nvSpPr>
        <p:spPr/>
        <p:txBody>
          <a:bodyPr/>
          <a:lstStyle/>
          <a:p>
            <a:pPr>
              <a:defRPr/>
            </a:pPr>
            <a:r>
              <a:rPr lang="de-DE" dirty="0"/>
              <a:t>Fußzeile</a:t>
            </a:r>
          </a:p>
        </p:txBody>
      </p:sp>
      <p:sp>
        <p:nvSpPr>
          <p:cNvPr id="9" name="Foliennummernplatzhalter 8">
            <a:extLst>
              <a:ext uri="{FF2B5EF4-FFF2-40B4-BE49-F238E27FC236}">
                <a16:creationId xmlns:a16="http://schemas.microsoft.com/office/drawing/2014/main" id="{C4FE404C-B550-4C71-BB71-8E9E2352F65E}"/>
              </a:ext>
            </a:extLst>
          </p:cNvPr>
          <p:cNvSpPr>
            <a:spLocks noGrp="1"/>
          </p:cNvSpPr>
          <p:nvPr>
            <p:ph type="sldNum" sz="quarter" idx="14"/>
          </p:nvPr>
        </p:nvSpPr>
        <p:spPr/>
        <p:txBody>
          <a:bodyPr/>
          <a:lstStyle/>
          <a:p>
            <a:pPr>
              <a:defRPr/>
            </a:pPr>
            <a:fld id="{9C26CF26-809F-407B-9122-BBEFC90D682E}" type="slidenum">
              <a:rPr lang="de-DE" altLang="de-DE" smtClean="0"/>
              <a:pPr>
                <a:defRPr/>
              </a:pPr>
              <a:t>7</a:t>
            </a:fld>
            <a:endParaRPr lang="de-DE" altLang="de-DE" dirty="0"/>
          </a:p>
        </p:txBody>
      </p:sp>
    </p:spTree>
    <p:extLst>
      <p:ext uri="{BB962C8B-B14F-4D97-AF65-F5344CB8AC3E}">
        <p14:creationId xmlns:p14="http://schemas.microsoft.com/office/powerpoint/2010/main" val="717342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6CD2FFDD-142E-4CB4-8EB7-4AF471899590}"/>
              </a:ext>
            </a:extLst>
          </p:cNvPr>
          <p:cNvSpPr>
            <a:spLocks noGrp="1"/>
          </p:cNvSpPr>
          <p:nvPr>
            <p:ph type="body" sz="quarter" idx="13"/>
          </p:nvPr>
        </p:nvSpPr>
        <p:spPr/>
        <p:txBody>
          <a:bodyPr/>
          <a:lstStyle/>
          <a:p>
            <a:r>
              <a:rPr lang="de-DE" dirty="0"/>
              <a:t>Viel Erfolg</a:t>
            </a:r>
          </a:p>
        </p:txBody>
      </p:sp>
      <p:sp>
        <p:nvSpPr>
          <p:cNvPr id="4" name="Datumsplatzhalter 3">
            <a:extLst>
              <a:ext uri="{FF2B5EF4-FFF2-40B4-BE49-F238E27FC236}">
                <a16:creationId xmlns:a16="http://schemas.microsoft.com/office/drawing/2014/main" id="{EEE98729-2CCD-4A2D-BA53-4054353B8F94}"/>
              </a:ext>
            </a:extLst>
          </p:cNvPr>
          <p:cNvSpPr>
            <a:spLocks noGrp="1"/>
          </p:cNvSpPr>
          <p:nvPr>
            <p:ph type="dt" sz="half" idx="12"/>
          </p:nvPr>
        </p:nvSpPr>
        <p:spPr/>
        <p:txBody>
          <a:bodyPr/>
          <a:lstStyle/>
          <a:p>
            <a:pPr>
              <a:defRPr/>
            </a:pPr>
            <a:fld id="{B53E4B60-81DB-4307-AEB2-81ADD0A556E4}" type="datetime1">
              <a:rPr lang="de-DE" smtClean="0"/>
              <a:t>23.03.2023</a:t>
            </a:fld>
            <a:endParaRPr lang="de-DE" dirty="0"/>
          </a:p>
        </p:txBody>
      </p:sp>
      <p:sp>
        <p:nvSpPr>
          <p:cNvPr id="5" name="Fußzeilenplatzhalter 4">
            <a:extLst>
              <a:ext uri="{FF2B5EF4-FFF2-40B4-BE49-F238E27FC236}">
                <a16:creationId xmlns:a16="http://schemas.microsoft.com/office/drawing/2014/main" id="{BB65C466-557A-4A39-A60B-BBA25C48F748}"/>
              </a:ext>
            </a:extLst>
          </p:cNvPr>
          <p:cNvSpPr>
            <a:spLocks noGrp="1"/>
          </p:cNvSpPr>
          <p:nvPr>
            <p:ph type="ftr" sz="quarter" idx="14"/>
          </p:nvPr>
        </p:nvSpPr>
        <p:spPr/>
        <p:txBody>
          <a:bodyPr/>
          <a:lstStyle/>
          <a:p>
            <a:pPr>
              <a:defRPr/>
            </a:pPr>
            <a:r>
              <a:rPr lang="de-DE"/>
              <a:t>Fußzeile</a:t>
            </a:r>
            <a:endParaRPr lang="de-DE" dirty="0"/>
          </a:p>
        </p:txBody>
      </p:sp>
      <p:sp>
        <p:nvSpPr>
          <p:cNvPr id="6" name="Foliennummernplatzhalter 5">
            <a:extLst>
              <a:ext uri="{FF2B5EF4-FFF2-40B4-BE49-F238E27FC236}">
                <a16:creationId xmlns:a16="http://schemas.microsoft.com/office/drawing/2014/main" id="{E4665598-A4D7-4629-9511-915439C0B68B}"/>
              </a:ext>
            </a:extLst>
          </p:cNvPr>
          <p:cNvSpPr>
            <a:spLocks noGrp="1"/>
          </p:cNvSpPr>
          <p:nvPr>
            <p:ph type="sldNum" sz="quarter" idx="15"/>
          </p:nvPr>
        </p:nvSpPr>
        <p:spPr/>
        <p:txBody>
          <a:bodyPr/>
          <a:lstStyle/>
          <a:p>
            <a:pPr>
              <a:defRPr/>
            </a:pPr>
            <a:fld id="{9C26CF26-809F-407B-9122-BBEFC90D682E}" type="slidenum">
              <a:rPr lang="de-DE" altLang="de-DE" smtClean="0"/>
              <a:pPr>
                <a:defRPr/>
              </a:pPr>
              <a:t>8</a:t>
            </a:fld>
            <a:endParaRPr lang="de-DE" altLang="de-DE" dirty="0"/>
          </a:p>
        </p:txBody>
      </p:sp>
    </p:spTree>
    <p:extLst>
      <p:ext uri="{BB962C8B-B14F-4D97-AF65-F5344CB8AC3E}">
        <p14:creationId xmlns:p14="http://schemas.microsoft.com/office/powerpoint/2010/main" val="3322862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23E0FF31-1EE6-49FD-9651-38E11FA605DB}"/>
              </a:ext>
            </a:extLst>
          </p:cNvPr>
          <p:cNvSpPr>
            <a:spLocks noGrp="1"/>
          </p:cNvSpPr>
          <p:nvPr>
            <p:ph type="body" sz="quarter" idx="13"/>
          </p:nvPr>
        </p:nvSpPr>
        <p:spPr/>
        <p:txBody>
          <a:bodyPr/>
          <a:lstStyle/>
          <a:p>
            <a:r>
              <a:rPr lang="de-DE" dirty="0"/>
              <a:t>Ready. Set. Transform.</a:t>
            </a:r>
          </a:p>
        </p:txBody>
      </p:sp>
      <p:sp>
        <p:nvSpPr>
          <p:cNvPr id="4" name="Datumsplatzhalter 3">
            <a:extLst>
              <a:ext uri="{FF2B5EF4-FFF2-40B4-BE49-F238E27FC236}">
                <a16:creationId xmlns:a16="http://schemas.microsoft.com/office/drawing/2014/main" id="{E8B222D2-6D37-4C5A-A11D-E88507DA9077}"/>
              </a:ext>
            </a:extLst>
          </p:cNvPr>
          <p:cNvSpPr>
            <a:spLocks noGrp="1"/>
          </p:cNvSpPr>
          <p:nvPr>
            <p:ph type="dt" sz="half" idx="12"/>
          </p:nvPr>
        </p:nvSpPr>
        <p:spPr/>
        <p:txBody>
          <a:bodyPr/>
          <a:lstStyle/>
          <a:p>
            <a:pPr>
              <a:defRPr/>
            </a:pPr>
            <a:fld id="{5CD82201-0299-4C1F-9C9E-105F0E8F046B}" type="datetime1">
              <a:rPr lang="de-DE" smtClean="0"/>
              <a:t>23.03.2023</a:t>
            </a:fld>
            <a:endParaRPr lang="de-DE" dirty="0"/>
          </a:p>
        </p:txBody>
      </p:sp>
      <p:sp>
        <p:nvSpPr>
          <p:cNvPr id="5" name="Fußzeilenplatzhalter 4">
            <a:extLst>
              <a:ext uri="{FF2B5EF4-FFF2-40B4-BE49-F238E27FC236}">
                <a16:creationId xmlns:a16="http://schemas.microsoft.com/office/drawing/2014/main" id="{FEAC9BCF-7028-422A-A196-A0A81F63336D}"/>
              </a:ext>
            </a:extLst>
          </p:cNvPr>
          <p:cNvSpPr>
            <a:spLocks noGrp="1"/>
          </p:cNvSpPr>
          <p:nvPr>
            <p:ph type="ftr" sz="quarter" idx="14"/>
          </p:nvPr>
        </p:nvSpPr>
        <p:spPr/>
        <p:txBody>
          <a:bodyPr/>
          <a:lstStyle/>
          <a:p>
            <a:pPr>
              <a:defRPr/>
            </a:pPr>
            <a:r>
              <a:rPr lang="de-DE"/>
              <a:t>Fußzeile</a:t>
            </a:r>
            <a:endParaRPr lang="de-DE" dirty="0"/>
          </a:p>
        </p:txBody>
      </p:sp>
      <p:sp>
        <p:nvSpPr>
          <p:cNvPr id="6" name="Foliennummernplatzhalter 5">
            <a:extLst>
              <a:ext uri="{FF2B5EF4-FFF2-40B4-BE49-F238E27FC236}">
                <a16:creationId xmlns:a16="http://schemas.microsoft.com/office/drawing/2014/main" id="{DE7DEA43-57C1-44AC-AC35-45DDA7A28CE6}"/>
              </a:ext>
            </a:extLst>
          </p:cNvPr>
          <p:cNvSpPr>
            <a:spLocks noGrp="1"/>
          </p:cNvSpPr>
          <p:nvPr>
            <p:ph type="sldNum" sz="quarter" idx="15"/>
          </p:nvPr>
        </p:nvSpPr>
        <p:spPr/>
        <p:txBody>
          <a:bodyPr/>
          <a:lstStyle/>
          <a:p>
            <a:pPr>
              <a:defRPr/>
            </a:pPr>
            <a:fld id="{9C26CF26-809F-407B-9122-BBEFC90D682E}" type="slidenum">
              <a:rPr lang="de-DE" altLang="de-DE" smtClean="0"/>
              <a:pPr>
                <a:defRPr/>
              </a:pPr>
              <a:t>9</a:t>
            </a:fld>
            <a:endParaRPr lang="de-DE" altLang="de-DE" dirty="0"/>
          </a:p>
        </p:txBody>
      </p:sp>
    </p:spTree>
    <p:extLst>
      <p:ext uri="{BB962C8B-B14F-4D97-AF65-F5344CB8AC3E}">
        <p14:creationId xmlns:p14="http://schemas.microsoft.com/office/powerpoint/2010/main" val="768279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DCC1F8-409F-4068-A969-198190323084}"/>
              </a:ext>
            </a:extLst>
          </p:cNvPr>
          <p:cNvSpPr>
            <a:spLocks noGrp="1"/>
          </p:cNvSpPr>
          <p:nvPr>
            <p:ph type="ctrTitle"/>
          </p:nvPr>
        </p:nvSpPr>
        <p:spPr/>
        <p:txBody>
          <a:bodyPr>
            <a:normAutofit fontScale="90000"/>
          </a:bodyPr>
          <a:lstStyle/>
          <a:p>
            <a:endParaRPr lang="de-DE"/>
          </a:p>
        </p:txBody>
      </p:sp>
    </p:spTree>
    <p:extLst>
      <p:ext uri="{BB962C8B-B14F-4D97-AF65-F5344CB8AC3E}">
        <p14:creationId xmlns:p14="http://schemas.microsoft.com/office/powerpoint/2010/main" val="412745148"/>
      </p:ext>
    </p:extLst>
  </p:cSld>
  <p:clrMapOvr>
    <a:masterClrMapping/>
  </p:clrMapOvr>
</p:sld>
</file>

<file path=ppt/theme/theme1.xml><?xml version="1.0" encoding="utf-8"?>
<a:theme xmlns:a="http://schemas.openxmlformats.org/drawingml/2006/main" name="Office">
  <a:themeElements>
    <a:clrScheme name="Benutzerdefiniert 1">
      <a:dk1>
        <a:sysClr val="windowText" lastClr="000000"/>
      </a:dk1>
      <a:lt1>
        <a:sysClr val="window" lastClr="FFFFFF"/>
      </a:lt1>
      <a:dk2>
        <a:srgbClr val="004877"/>
      </a:dk2>
      <a:lt2>
        <a:srgbClr val="E6E6E6"/>
      </a:lt2>
      <a:accent1>
        <a:srgbClr val="C82254"/>
      </a:accent1>
      <a:accent2>
        <a:srgbClr val="D7DF23"/>
      </a:accent2>
      <a:accent3>
        <a:srgbClr val="01283F"/>
      </a:accent3>
      <a:accent4>
        <a:srgbClr val="6E6E6E"/>
      </a:accent4>
      <a:accent5>
        <a:srgbClr val="919191"/>
      </a:accent5>
      <a:accent6>
        <a:srgbClr val="BEBEBE"/>
      </a:accent6>
      <a:hlink>
        <a:srgbClr val="0070C0"/>
      </a:hlink>
      <a:folHlink>
        <a:srgbClr val="C2DFFD"/>
      </a:folHlink>
    </a:clrScheme>
    <a:fontScheme name="Benutzerdefiniert 1">
      <a:majorFont>
        <a:latin typeface="SegoeUI"/>
        <a:ea typeface=""/>
        <a:cs typeface=""/>
      </a:majorFont>
      <a:minorFont>
        <a:latin typeface="Segoe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indent="-342900" algn="l" defTabSz="457200" eaLnBrk="0" fontAlgn="base" hangingPunct="0">
          <a:lnSpc>
            <a:spcPct val="150000"/>
          </a:lnSpc>
          <a:spcBef>
            <a:spcPct val="20000"/>
          </a:spcBef>
          <a:spcAft>
            <a:spcPct val="0"/>
          </a:spcAft>
          <a:defRPr sz="2400" dirty="0">
            <a:solidFill>
              <a:schemeClr val="tx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2022-Master_UdS-16-zu-9-final.potx" id="{8A8F94B7-130C-45EA-882E-4C4BEC9FC3CD}" vid="{D68EA258-9D0D-4803-A360-587FB2F29C1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289</Words>
  <Application>Microsoft Office PowerPoint</Application>
  <PresentationFormat>Breitbild</PresentationFormat>
  <Paragraphs>57</Paragraphs>
  <Slides>10</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10</vt:i4>
      </vt:variant>
    </vt:vector>
  </HeadingPairs>
  <TitlesOfParts>
    <vt:vector size="18" baseType="lpstr">
      <vt:lpstr>Arial</vt:lpstr>
      <vt:lpstr>Calibri</vt:lpstr>
      <vt:lpstr>Lucida Grande</vt:lpstr>
      <vt:lpstr>Segoe UI</vt:lpstr>
      <vt:lpstr>SegoeUI</vt:lpstr>
      <vt:lpstr>Symbol</vt:lpstr>
      <vt:lpstr>Verdana</vt:lpstr>
      <vt:lpstr>Office</vt:lpstr>
      <vt:lpstr>Vorlage Pitchdeck</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Herzlich willkommen! Hier steht der Titel der Präsentation</dc:title>
  <dc:creator>Christine Tophoven</dc:creator>
  <cp:lastModifiedBy>Moritz Bender</cp:lastModifiedBy>
  <cp:revision>24</cp:revision>
  <dcterms:created xsi:type="dcterms:W3CDTF">2022-10-05T11:31:11Z</dcterms:created>
  <dcterms:modified xsi:type="dcterms:W3CDTF">2023-03-23T12:36:35Z</dcterms:modified>
</cp:coreProperties>
</file>